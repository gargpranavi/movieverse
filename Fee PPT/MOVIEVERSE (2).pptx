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Heading Now 91-98 Bold Italics" charset="1" panose="00000800000000000000"/>
      <p:regular r:id="rId14"/>
    </p:embeddedFont>
    <p:embeddedFont>
      <p:font typeface="Heading Now 91-98 Italics" charset="1" panose="00000500000000000000"/>
      <p:regular r:id="rId15"/>
    </p:embeddedFont>
    <p:embeddedFont>
      <p:font typeface="Poppins" charset="1" panose="00000500000000000000"/>
      <p:regular r:id="rId16"/>
    </p:embeddedFont>
    <p:embeddedFont>
      <p:font typeface="DM Sans" charset="1" panose="00000000000000000000"/>
      <p:regular r:id="rId17"/>
    </p:embeddedFont>
    <p:embeddedFont>
      <p:font typeface="DM Sans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1.png" Type="http://schemas.openxmlformats.org/officeDocument/2006/relationships/image"/><Relationship Id="rId11" Target="../media/image22.png" Type="http://schemas.openxmlformats.org/officeDocument/2006/relationships/image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2.png" Type="http://schemas.openxmlformats.org/officeDocument/2006/relationships/image"/><Relationship Id="rId6" Target="../media/image3.svg" Type="http://schemas.openxmlformats.org/officeDocument/2006/relationships/image"/><Relationship Id="rId7" Target="../media/image18.png" Type="http://schemas.openxmlformats.org/officeDocument/2006/relationships/image"/><Relationship Id="rId8" Target="../media/image19.pn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23.png" Type="http://schemas.openxmlformats.org/officeDocument/2006/relationships/image"/><Relationship Id="rId6" Target="../media/image2.png" Type="http://schemas.openxmlformats.org/officeDocument/2006/relationships/image"/><Relationship Id="rId7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887707" y="1545521"/>
            <a:ext cx="3756803" cy="2281404"/>
          </a:xfrm>
          <a:custGeom>
            <a:avLst/>
            <a:gdLst/>
            <a:ahLst/>
            <a:cxnLst/>
            <a:rect r="r" b="b" t="t" l="l"/>
            <a:pathLst>
              <a:path h="2281404" w="3756803">
                <a:moveTo>
                  <a:pt x="0" y="0"/>
                </a:moveTo>
                <a:lnTo>
                  <a:pt x="3756803" y="0"/>
                </a:lnTo>
                <a:lnTo>
                  <a:pt x="3756803" y="2281404"/>
                </a:lnTo>
                <a:lnTo>
                  <a:pt x="0" y="228140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014296"/>
            <a:ext cx="15485033" cy="1448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94"/>
              </a:lnSpc>
            </a:pPr>
            <a:r>
              <a:rPr lang="en-US" b="true" sz="10228" i="true" spc="-409">
                <a:solidFill>
                  <a:srgbClr val="E4E2DD"/>
                </a:solidFill>
                <a:latin typeface="Heading Now 91-98 Bold Italics"/>
                <a:ea typeface="Heading Now 91-98 Bold Italics"/>
                <a:cs typeface="Heading Now 91-98 Bold Italics"/>
                <a:sym typeface="Heading Now 91-98 Bold Italics"/>
              </a:rPr>
              <a:t>MOVIEVERSE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67860" y="4788981"/>
            <a:ext cx="14339830" cy="892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4"/>
              </a:lnSpc>
            </a:pPr>
            <a:r>
              <a:rPr lang="en-US" sz="2499" i="true" spc="-99">
                <a:solidFill>
                  <a:srgbClr val="E4E2DD"/>
                </a:solidFill>
                <a:latin typeface="Heading Now 91-98 Italics"/>
                <a:ea typeface="Heading Now 91-98 Italics"/>
                <a:cs typeface="Heading Now 91-98 Italics"/>
                <a:sym typeface="Heading Now 91-98 Italics"/>
              </a:rPr>
              <a:t>AN INTEGRATED ENTERTAINMENT PLATFORM FOR SEAMLESS</a:t>
            </a:r>
          </a:p>
          <a:p>
            <a:pPr algn="ctr">
              <a:lnSpc>
                <a:spcPts val="2124"/>
              </a:lnSpc>
            </a:pPr>
          </a:p>
          <a:p>
            <a:pPr algn="ctr">
              <a:lnSpc>
                <a:spcPts val="2124"/>
              </a:lnSpc>
            </a:pPr>
            <a:r>
              <a:rPr lang="en-US" sz="2499" i="true" spc="-99">
                <a:solidFill>
                  <a:srgbClr val="E4E2DD"/>
                </a:solidFill>
                <a:latin typeface="Heading Now 91-98 Italics"/>
                <a:ea typeface="Heading Now 91-98 Italics"/>
                <a:cs typeface="Heading Now 91-98 Italics"/>
                <a:sym typeface="Heading Now 91-98 Italics"/>
              </a:rPr>
              <a:t> CONTENT DISCOVERY AND PERSONALIZED VIEWING.</a:t>
            </a:r>
          </a:p>
        </p:txBody>
      </p:sp>
      <p:sp>
        <p:nvSpPr>
          <p:cNvPr name="Freeform 6" id="6"/>
          <p:cNvSpPr/>
          <p:nvPr/>
        </p:nvSpPr>
        <p:spPr>
          <a:xfrm flipH="true" flipV="true" rot="0">
            <a:off x="15418904" y="6460075"/>
            <a:ext cx="3756803" cy="2281404"/>
          </a:xfrm>
          <a:custGeom>
            <a:avLst/>
            <a:gdLst/>
            <a:ahLst/>
            <a:cxnLst/>
            <a:rect r="r" b="b" t="t" l="l"/>
            <a:pathLst>
              <a:path h="2281404" w="3756803">
                <a:moveTo>
                  <a:pt x="3756803" y="2281404"/>
                </a:moveTo>
                <a:lnTo>
                  <a:pt x="0" y="2281404"/>
                </a:lnTo>
                <a:lnTo>
                  <a:pt x="0" y="0"/>
                </a:lnTo>
                <a:lnTo>
                  <a:pt x="3756803" y="0"/>
                </a:lnTo>
                <a:lnTo>
                  <a:pt x="3756803" y="228140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816057" y="8494355"/>
            <a:ext cx="8655886" cy="288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0"/>
              </a:lnSpc>
            </a:pPr>
            <a:r>
              <a:rPr lang="en-US" sz="2000" i="true" spc="-80">
                <a:solidFill>
                  <a:srgbClr val="E4E2DD"/>
                </a:solidFill>
                <a:latin typeface="Heading Now 91-98 Italics"/>
                <a:ea typeface="Heading Now 91-98 Italics"/>
                <a:cs typeface="Heading Now 91-98 Italics"/>
                <a:sym typeface="Heading Now 91-98 Italics"/>
              </a:rPr>
              <a:t>PIYUSH | PRANAVI | SAVNEET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96114" y="-2602244"/>
            <a:ext cx="5592229" cy="5592229"/>
          </a:xfrm>
          <a:custGeom>
            <a:avLst/>
            <a:gdLst/>
            <a:ahLst/>
            <a:cxnLst/>
            <a:rect r="r" b="b" t="t" l="l"/>
            <a:pathLst>
              <a:path h="5592229" w="5592229">
                <a:moveTo>
                  <a:pt x="0" y="0"/>
                </a:moveTo>
                <a:lnTo>
                  <a:pt x="5592228" y="0"/>
                </a:lnTo>
                <a:lnTo>
                  <a:pt x="5592228" y="5592229"/>
                </a:lnTo>
                <a:lnTo>
                  <a:pt x="0" y="559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1914" y="2989985"/>
            <a:ext cx="5592229" cy="5592229"/>
          </a:xfrm>
          <a:custGeom>
            <a:avLst/>
            <a:gdLst/>
            <a:ahLst/>
            <a:cxnLst/>
            <a:rect r="r" b="b" t="t" l="l"/>
            <a:pathLst>
              <a:path h="5592229" w="5592229">
                <a:moveTo>
                  <a:pt x="0" y="0"/>
                </a:moveTo>
                <a:lnTo>
                  <a:pt x="5592228" y="0"/>
                </a:lnTo>
                <a:lnTo>
                  <a:pt x="5592228" y="5592229"/>
                </a:lnTo>
                <a:lnTo>
                  <a:pt x="0" y="559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08684" y="575553"/>
            <a:ext cx="16870632" cy="7407131"/>
            <a:chOff x="0" y="0"/>
            <a:chExt cx="4443294" cy="195084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443294" cy="1950849"/>
            </a:xfrm>
            <a:custGeom>
              <a:avLst/>
              <a:gdLst/>
              <a:ahLst/>
              <a:cxnLst/>
              <a:rect r="r" b="b" t="t" l="l"/>
              <a:pathLst>
                <a:path h="1950849" w="4443294">
                  <a:moveTo>
                    <a:pt x="14685" y="0"/>
                  </a:moveTo>
                  <a:lnTo>
                    <a:pt x="4428610" y="0"/>
                  </a:lnTo>
                  <a:cubicBezTo>
                    <a:pt x="4432504" y="0"/>
                    <a:pt x="4436239" y="1547"/>
                    <a:pt x="4438993" y="4301"/>
                  </a:cubicBezTo>
                  <a:cubicBezTo>
                    <a:pt x="4441747" y="7055"/>
                    <a:pt x="4443294" y="10790"/>
                    <a:pt x="4443294" y="14685"/>
                  </a:cubicBezTo>
                  <a:lnTo>
                    <a:pt x="4443294" y="1936165"/>
                  </a:lnTo>
                  <a:cubicBezTo>
                    <a:pt x="4443294" y="1940059"/>
                    <a:pt x="4441747" y="1943794"/>
                    <a:pt x="4438993" y="1946548"/>
                  </a:cubicBezTo>
                  <a:cubicBezTo>
                    <a:pt x="4436239" y="1949302"/>
                    <a:pt x="4432504" y="1950849"/>
                    <a:pt x="4428610" y="1950849"/>
                  </a:cubicBezTo>
                  <a:lnTo>
                    <a:pt x="14685" y="1950849"/>
                  </a:lnTo>
                  <a:cubicBezTo>
                    <a:pt x="10790" y="1950849"/>
                    <a:pt x="7055" y="1949302"/>
                    <a:pt x="4301" y="1946548"/>
                  </a:cubicBezTo>
                  <a:cubicBezTo>
                    <a:pt x="1547" y="1943794"/>
                    <a:pt x="0" y="1940059"/>
                    <a:pt x="0" y="1936165"/>
                  </a:cubicBezTo>
                  <a:lnTo>
                    <a:pt x="0" y="14685"/>
                  </a:lnTo>
                  <a:cubicBezTo>
                    <a:pt x="0" y="10790"/>
                    <a:pt x="1547" y="7055"/>
                    <a:pt x="4301" y="4301"/>
                  </a:cubicBezTo>
                  <a:cubicBezTo>
                    <a:pt x="7055" y="1547"/>
                    <a:pt x="10790" y="0"/>
                    <a:pt x="1468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66675"/>
              <a:ext cx="4443294" cy="2017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  <a:p>
              <a:pPr algn="ctr">
                <a:lnSpc>
                  <a:spcPts val="2800"/>
                </a:lnSpc>
              </a:pPr>
            </a:p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-360697" y="8442428"/>
            <a:ext cx="19009394" cy="4277114"/>
          </a:xfrm>
          <a:custGeom>
            <a:avLst/>
            <a:gdLst/>
            <a:ahLst/>
            <a:cxnLst/>
            <a:rect r="r" b="b" t="t" l="l"/>
            <a:pathLst>
              <a:path h="4277114" w="19009394">
                <a:moveTo>
                  <a:pt x="0" y="0"/>
                </a:moveTo>
                <a:lnTo>
                  <a:pt x="19009394" y="0"/>
                </a:lnTo>
                <a:lnTo>
                  <a:pt x="19009394" y="4277113"/>
                </a:lnTo>
                <a:lnTo>
                  <a:pt x="0" y="42771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2796114" y="5881985"/>
            <a:ext cx="2750044" cy="961898"/>
            <a:chOff x="0" y="0"/>
            <a:chExt cx="724292" cy="25333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4292" cy="253339"/>
            </a:xfrm>
            <a:custGeom>
              <a:avLst/>
              <a:gdLst/>
              <a:ahLst/>
              <a:cxnLst/>
              <a:rect r="r" b="b" t="t" l="l"/>
              <a:pathLst>
                <a:path h="253339" w="724292">
                  <a:moveTo>
                    <a:pt x="126670" y="0"/>
                  </a:moveTo>
                  <a:lnTo>
                    <a:pt x="597622" y="0"/>
                  </a:lnTo>
                  <a:cubicBezTo>
                    <a:pt x="667580" y="0"/>
                    <a:pt x="724292" y="56712"/>
                    <a:pt x="724292" y="126670"/>
                  </a:cubicBezTo>
                  <a:lnTo>
                    <a:pt x="724292" y="126670"/>
                  </a:lnTo>
                  <a:cubicBezTo>
                    <a:pt x="724292" y="160265"/>
                    <a:pt x="710946" y="192484"/>
                    <a:pt x="687191" y="216239"/>
                  </a:cubicBezTo>
                  <a:cubicBezTo>
                    <a:pt x="663436" y="239994"/>
                    <a:pt x="631217" y="253339"/>
                    <a:pt x="597622" y="253339"/>
                  </a:cubicBezTo>
                  <a:lnTo>
                    <a:pt x="126670" y="253339"/>
                  </a:lnTo>
                  <a:cubicBezTo>
                    <a:pt x="93075" y="253339"/>
                    <a:pt x="60856" y="239994"/>
                    <a:pt x="37101" y="216239"/>
                  </a:cubicBezTo>
                  <a:cubicBezTo>
                    <a:pt x="13346" y="192484"/>
                    <a:pt x="0" y="160265"/>
                    <a:pt x="0" y="126670"/>
                  </a:cubicBezTo>
                  <a:lnTo>
                    <a:pt x="0" y="126670"/>
                  </a:lnTo>
                  <a:cubicBezTo>
                    <a:pt x="0" y="93075"/>
                    <a:pt x="13346" y="60856"/>
                    <a:pt x="37101" y="37101"/>
                  </a:cubicBezTo>
                  <a:cubicBezTo>
                    <a:pt x="60856" y="13346"/>
                    <a:pt x="93075" y="0"/>
                    <a:pt x="126670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724292" cy="320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SEAMLESS EXPLORATION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360697" y="7297015"/>
            <a:ext cx="1498730" cy="1371338"/>
          </a:xfrm>
          <a:custGeom>
            <a:avLst/>
            <a:gdLst/>
            <a:ahLst/>
            <a:cxnLst/>
            <a:rect r="r" b="b" t="t" l="l"/>
            <a:pathLst>
              <a:path h="1371338" w="1498730">
                <a:moveTo>
                  <a:pt x="0" y="0"/>
                </a:moveTo>
                <a:lnTo>
                  <a:pt x="1498729" y="0"/>
                </a:lnTo>
                <a:lnTo>
                  <a:pt x="1498729" y="1371338"/>
                </a:lnTo>
                <a:lnTo>
                  <a:pt x="0" y="13713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false" rot="0">
            <a:off x="17149968" y="1618647"/>
            <a:ext cx="1498730" cy="1371338"/>
          </a:xfrm>
          <a:custGeom>
            <a:avLst/>
            <a:gdLst/>
            <a:ahLst/>
            <a:cxnLst/>
            <a:rect r="r" b="b" t="t" l="l"/>
            <a:pathLst>
              <a:path h="1371338" w="1498730">
                <a:moveTo>
                  <a:pt x="1498729" y="0"/>
                </a:moveTo>
                <a:lnTo>
                  <a:pt x="0" y="0"/>
                </a:lnTo>
                <a:lnTo>
                  <a:pt x="0" y="1371338"/>
                </a:lnTo>
                <a:lnTo>
                  <a:pt x="1498729" y="1371338"/>
                </a:lnTo>
                <a:lnTo>
                  <a:pt x="149872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721828" y="1353535"/>
            <a:ext cx="6440588" cy="56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999" i="true" spc="-159">
                <a:solidFill>
                  <a:srgbClr val="E4E2DD"/>
                </a:solidFill>
                <a:latin typeface="Heading Now 91-98 Italics"/>
                <a:ea typeface="Heading Now 91-98 Italics"/>
                <a:cs typeface="Heading Now 91-98 Italics"/>
                <a:sym typeface="Heading Now 91-98 Italics"/>
              </a:rPr>
              <a:t>INTRODUCTION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257998" y="2815311"/>
            <a:ext cx="12378163" cy="212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35"/>
              </a:lnSpc>
              <a:spcBef>
                <a:spcPct val="0"/>
              </a:spcBef>
            </a:pPr>
            <a:r>
              <a:rPr lang="en-US" sz="2453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MovieVerse is a modern movie discovery platform designed to make finding and exploring movies more personalized and engaging. It combines intelligent search, advanced filters, AI-powered recommendations, and watchlist management in one seamless experience. With a premium cinematic design and local data architecture, MovieVerse delivers a smooth and independent movie exploration experience.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7862760" y="5885963"/>
            <a:ext cx="2383303" cy="961898"/>
            <a:chOff x="0" y="0"/>
            <a:chExt cx="627701" cy="2533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27701" cy="253339"/>
            </a:xfrm>
            <a:custGeom>
              <a:avLst/>
              <a:gdLst/>
              <a:ahLst/>
              <a:cxnLst/>
              <a:rect r="r" b="b" t="t" l="l"/>
              <a:pathLst>
                <a:path h="253339" w="627701">
                  <a:moveTo>
                    <a:pt x="126670" y="0"/>
                  </a:moveTo>
                  <a:lnTo>
                    <a:pt x="501032" y="0"/>
                  </a:lnTo>
                  <a:cubicBezTo>
                    <a:pt x="534627" y="0"/>
                    <a:pt x="566845" y="13346"/>
                    <a:pt x="590601" y="37101"/>
                  </a:cubicBezTo>
                  <a:cubicBezTo>
                    <a:pt x="614356" y="60856"/>
                    <a:pt x="627701" y="93075"/>
                    <a:pt x="627701" y="126670"/>
                  </a:cubicBezTo>
                  <a:lnTo>
                    <a:pt x="627701" y="126670"/>
                  </a:lnTo>
                  <a:cubicBezTo>
                    <a:pt x="627701" y="196627"/>
                    <a:pt x="570989" y="253339"/>
                    <a:pt x="501032" y="253339"/>
                  </a:cubicBezTo>
                  <a:lnTo>
                    <a:pt x="126670" y="253339"/>
                  </a:lnTo>
                  <a:cubicBezTo>
                    <a:pt x="93075" y="253339"/>
                    <a:pt x="60856" y="239994"/>
                    <a:pt x="37101" y="216239"/>
                  </a:cubicBezTo>
                  <a:cubicBezTo>
                    <a:pt x="13346" y="192484"/>
                    <a:pt x="0" y="160265"/>
                    <a:pt x="0" y="126670"/>
                  </a:cubicBezTo>
                  <a:lnTo>
                    <a:pt x="0" y="126670"/>
                  </a:lnTo>
                  <a:cubicBezTo>
                    <a:pt x="0" y="93075"/>
                    <a:pt x="13346" y="60856"/>
                    <a:pt x="37101" y="37101"/>
                  </a:cubicBezTo>
                  <a:cubicBezTo>
                    <a:pt x="60856" y="13346"/>
                    <a:pt x="93075" y="0"/>
                    <a:pt x="126670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66675"/>
              <a:ext cx="627701" cy="320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CINEMATIC DESIGN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2929406" y="5889940"/>
            <a:ext cx="2383303" cy="961898"/>
            <a:chOff x="0" y="0"/>
            <a:chExt cx="627701" cy="25333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27701" cy="253339"/>
            </a:xfrm>
            <a:custGeom>
              <a:avLst/>
              <a:gdLst/>
              <a:ahLst/>
              <a:cxnLst/>
              <a:rect r="r" b="b" t="t" l="l"/>
              <a:pathLst>
                <a:path h="253339" w="627701">
                  <a:moveTo>
                    <a:pt x="126670" y="0"/>
                  </a:moveTo>
                  <a:lnTo>
                    <a:pt x="501032" y="0"/>
                  </a:lnTo>
                  <a:cubicBezTo>
                    <a:pt x="534627" y="0"/>
                    <a:pt x="566845" y="13346"/>
                    <a:pt x="590601" y="37101"/>
                  </a:cubicBezTo>
                  <a:cubicBezTo>
                    <a:pt x="614356" y="60856"/>
                    <a:pt x="627701" y="93075"/>
                    <a:pt x="627701" y="126670"/>
                  </a:cubicBezTo>
                  <a:lnTo>
                    <a:pt x="627701" y="126670"/>
                  </a:lnTo>
                  <a:cubicBezTo>
                    <a:pt x="627701" y="196627"/>
                    <a:pt x="570989" y="253339"/>
                    <a:pt x="501032" y="253339"/>
                  </a:cubicBezTo>
                  <a:lnTo>
                    <a:pt x="126670" y="253339"/>
                  </a:lnTo>
                  <a:cubicBezTo>
                    <a:pt x="93075" y="253339"/>
                    <a:pt x="60856" y="239994"/>
                    <a:pt x="37101" y="216239"/>
                  </a:cubicBezTo>
                  <a:cubicBezTo>
                    <a:pt x="13346" y="192484"/>
                    <a:pt x="0" y="160265"/>
                    <a:pt x="0" y="126670"/>
                  </a:cubicBezTo>
                  <a:lnTo>
                    <a:pt x="0" y="126670"/>
                  </a:lnTo>
                  <a:cubicBezTo>
                    <a:pt x="0" y="93075"/>
                    <a:pt x="13346" y="60856"/>
                    <a:pt x="37101" y="37101"/>
                  </a:cubicBezTo>
                  <a:cubicBezTo>
                    <a:pt x="60856" y="13346"/>
                    <a:pt x="93075" y="0"/>
                    <a:pt x="126670" y="0"/>
                  </a:cubicBezTo>
                  <a:close/>
                </a:path>
              </a:pathLst>
            </a:custGeom>
            <a:ln w="19050" cap="rnd">
              <a:gradFill>
                <a:gsLst>
                  <a:gs pos="0">
                    <a:srgbClr val="000000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627701" cy="3200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PERSONALIZED EXPERIENCE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16137" y="6367855"/>
            <a:ext cx="5592229" cy="5592229"/>
          </a:xfrm>
          <a:custGeom>
            <a:avLst/>
            <a:gdLst/>
            <a:ahLst/>
            <a:cxnLst/>
            <a:rect r="r" b="b" t="t" l="l"/>
            <a:pathLst>
              <a:path h="5592229" w="5592229">
                <a:moveTo>
                  <a:pt x="0" y="0"/>
                </a:moveTo>
                <a:lnTo>
                  <a:pt x="5592228" y="0"/>
                </a:lnTo>
                <a:lnTo>
                  <a:pt x="5592228" y="5592229"/>
                </a:lnTo>
                <a:lnTo>
                  <a:pt x="0" y="559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81398" y="-1399946"/>
            <a:ext cx="5592229" cy="5592229"/>
          </a:xfrm>
          <a:custGeom>
            <a:avLst/>
            <a:gdLst/>
            <a:ahLst/>
            <a:cxnLst/>
            <a:rect r="r" b="b" t="t" l="l"/>
            <a:pathLst>
              <a:path h="5592229" w="5592229">
                <a:moveTo>
                  <a:pt x="0" y="0"/>
                </a:moveTo>
                <a:lnTo>
                  <a:pt x="5592228" y="0"/>
                </a:lnTo>
                <a:lnTo>
                  <a:pt x="5592228" y="5592229"/>
                </a:lnTo>
                <a:lnTo>
                  <a:pt x="0" y="559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0697" y="8442428"/>
            <a:ext cx="19009394" cy="4277114"/>
          </a:xfrm>
          <a:custGeom>
            <a:avLst/>
            <a:gdLst/>
            <a:ahLst/>
            <a:cxnLst/>
            <a:rect r="r" b="b" t="t" l="l"/>
            <a:pathLst>
              <a:path h="4277114" w="19009394">
                <a:moveTo>
                  <a:pt x="0" y="0"/>
                </a:moveTo>
                <a:lnTo>
                  <a:pt x="19009394" y="0"/>
                </a:lnTo>
                <a:lnTo>
                  <a:pt x="19009394" y="4277113"/>
                </a:lnTo>
                <a:lnTo>
                  <a:pt x="0" y="42771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680258" y="3518548"/>
            <a:ext cx="3954084" cy="2530986"/>
            <a:chOff x="0" y="0"/>
            <a:chExt cx="1041405" cy="66659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41405" cy="666597"/>
            </a:xfrm>
            <a:custGeom>
              <a:avLst/>
              <a:gdLst/>
              <a:ahLst/>
              <a:cxnLst/>
              <a:rect r="r" b="b" t="t" l="l"/>
              <a:pathLst>
                <a:path h="666597" w="1041405">
                  <a:moveTo>
                    <a:pt x="62655" y="0"/>
                  </a:moveTo>
                  <a:lnTo>
                    <a:pt x="978750" y="0"/>
                  </a:lnTo>
                  <a:cubicBezTo>
                    <a:pt x="995367" y="0"/>
                    <a:pt x="1011304" y="6601"/>
                    <a:pt x="1023054" y="18351"/>
                  </a:cubicBezTo>
                  <a:cubicBezTo>
                    <a:pt x="1034804" y="30101"/>
                    <a:pt x="1041405" y="46038"/>
                    <a:pt x="1041405" y="62655"/>
                  </a:cubicBezTo>
                  <a:lnTo>
                    <a:pt x="1041405" y="603942"/>
                  </a:lnTo>
                  <a:cubicBezTo>
                    <a:pt x="1041405" y="620560"/>
                    <a:pt x="1034804" y="636496"/>
                    <a:pt x="1023054" y="648246"/>
                  </a:cubicBezTo>
                  <a:cubicBezTo>
                    <a:pt x="1011304" y="659996"/>
                    <a:pt x="995367" y="666597"/>
                    <a:pt x="978750" y="666597"/>
                  </a:cubicBezTo>
                  <a:lnTo>
                    <a:pt x="62655" y="666597"/>
                  </a:lnTo>
                  <a:cubicBezTo>
                    <a:pt x="46038" y="666597"/>
                    <a:pt x="30101" y="659996"/>
                    <a:pt x="18351" y="648246"/>
                  </a:cubicBezTo>
                  <a:cubicBezTo>
                    <a:pt x="6601" y="636496"/>
                    <a:pt x="0" y="620560"/>
                    <a:pt x="0" y="603942"/>
                  </a:cubicBezTo>
                  <a:lnTo>
                    <a:pt x="0" y="62655"/>
                  </a:lnTo>
                  <a:cubicBezTo>
                    <a:pt x="0" y="46038"/>
                    <a:pt x="6601" y="30101"/>
                    <a:pt x="18351" y="18351"/>
                  </a:cubicBezTo>
                  <a:cubicBezTo>
                    <a:pt x="30101" y="6601"/>
                    <a:pt x="46038" y="0"/>
                    <a:pt x="6265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1041405" cy="73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166958" y="3518548"/>
            <a:ext cx="3954084" cy="2530986"/>
            <a:chOff x="0" y="0"/>
            <a:chExt cx="1041405" cy="6665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405" cy="666597"/>
            </a:xfrm>
            <a:custGeom>
              <a:avLst/>
              <a:gdLst/>
              <a:ahLst/>
              <a:cxnLst/>
              <a:rect r="r" b="b" t="t" l="l"/>
              <a:pathLst>
                <a:path h="666597" w="1041405">
                  <a:moveTo>
                    <a:pt x="62655" y="0"/>
                  </a:moveTo>
                  <a:lnTo>
                    <a:pt x="978750" y="0"/>
                  </a:lnTo>
                  <a:cubicBezTo>
                    <a:pt x="995367" y="0"/>
                    <a:pt x="1011304" y="6601"/>
                    <a:pt x="1023054" y="18351"/>
                  </a:cubicBezTo>
                  <a:cubicBezTo>
                    <a:pt x="1034804" y="30101"/>
                    <a:pt x="1041405" y="46038"/>
                    <a:pt x="1041405" y="62655"/>
                  </a:cubicBezTo>
                  <a:lnTo>
                    <a:pt x="1041405" y="603942"/>
                  </a:lnTo>
                  <a:cubicBezTo>
                    <a:pt x="1041405" y="620560"/>
                    <a:pt x="1034804" y="636496"/>
                    <a:pt x="1023054" y="648246"/>
                  </a:cubicBezTo>
                  <a:cubicBezTo>
                    <a:pt x="1011304" y="659996"/>
                    <a:pt x="995367" y="666597"/>
                    <a:pt x="978750" y="666597"/>
                  </a:cubicBezTo>
                  <a:lnTo>
                    <a:pt x="62655" y="666597"/>
                  </a:lnTo>
                  <a:cubicBezTo>
                    <a:pt x="46038" y="666597"/>
                    <a:pt x="30101" y="659996"/>
                    <a:pt x="18351" y="648246"/>
                  </a:cubicBezTo>
                  <a:cubicBezTo>
                    <a:pt x="6601" y="636496"/>
                    <a:pt x="0" y="620560"/>
                    <a:pt x="0" y="603942"/>
                  </a:cubicBezTo>
                  <a:lnTo>
                    <a:pt x="0" y="62655"/>
                  </a:lnTo>
                  <a:cubicBezTo>
                    <a:pt x="0" y="46038"/>
                    <a:pt x="6601" y="30101"/>
                    <a:pt x="18351" y="18351"/>
                  </a:cubicBezTo>
                  <a:cubicBezTo>
                    <a:pt x="30101" y="6601"/>
                    <a:pt x="46038" y="0"/>
                    <a:pt x="6265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041405" cy="73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654442" y="3515501"/>
            <a:ext cx="3954084" cy="2530986"/>
            <a:chOff x="0" y="0"/>
            <a:chExt cx="1041405" cy="6665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1405" cy="666597"/>
            </a:xfrm>
            <a:custGeom>
              <a:avLst/>
              <a:gdLst/>
              <a:ahLst/>
              <a:cxnLst/>
              <a:rect r="r" b="b" t="t" l="l"/>
              <a:pathLst>
                <a:path h="666597" w="1041405">
                  <a:moveTo>
                    <a:pt x="62655" y="0"/>
                  </a:moveTo>
                  <a:lnTo>
                    <a:pt x="978750" y="0"/>
                  </a:lnTo>
                  <a:cubicBezTo>
                    <a:pt x="995367" y="0"/>
                    <a:pt x="1011304" y="6601"/>
                    <a:pt x="1023054" y="18351"/>
                  </a:cubicBezTo>
                  <a:cubicBezTo>
                    <a:pt x="1034804" y="30101"/>
                    <a:pt x="1041405" y="46038"/>
                    <a:pt x="1041405" y="62655"/>
                  </a:cubicBezTo>
                  <a:lnTo>
                    <a:pt x="1041405" y="603942"/>
                  </a:lnTo>
                  <a:cubicBezTo>
                    <a:pt x="1041405" y="620560"/>
                    <a:pt x="1034804" y="636496"/>
                    <a:pt x="1023054" y="648246"/>
                  </a:cubicBezTo>
                  <a:cubicBezTo>
                    <a:pt x="1011304" y="659996"/>
                    <a:pt x="995367" y="666597"/>
                    <a:pt x="978750" y="666597"/>
                  </a:cubicBezTo>
                  <a:lnTo>
                    <a:pt x="62655" y="666597"/>
                  </a:lnTo>
                  <a:cubicBezTo>
                    <a:pt x="46038" y="666597"/>
                    <a:pt x="30101" y="659996"/>
                    <a:pt x="18351" y="648246"/>
                  </a:cubicBezTo>
                  <a:cubicBezTo>
                    <a:pt x="6601" y="636496"/>
                    <a:pt x="0" y="620560"/>
                    <a:pt x="0" y="603942"/>
                  </a:cubicBezTo>
                  <a:lnTo>
                    <a:pt x="0" y="62655"/>
                  </a:lnTo>
                  <a:cubicBezTo>
                    <a:pt x="0" y="46038"/>
                    <a:pt x="6601" y="30101"/>
                    <a:pt x="18351" y="18351"/>
                  </a:cubicBezTo>
                  <a:cubicBezTo>
                    <a:pt x="30101" y="6601"/>
                    <a:pt x="46038" y="0"/>
                    <a:pt x="6265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41405" cy="73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923608" y="6367855"/>
            <a:ext cx="3954084" cy="2530986"/>
            <a:chOff x="0" y="0"/>
            <a:chExt cx="1041405" cy="6665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1405" cy="666597"/>
            </a:xfrm>
            <a:custGeom>
              <a:avLst/>
              <a:gdLst/>
              <a:ahLst/>
              <a:cxnLst/>
              <a:rect r="r" b="b" t="t" l="l"/>
              <a:pathLst>
                <a:path h="666597" w="1041405">
                  <a:moveTo>
                    <a:pt x="62655" y="0"/>
                  </a:moveTo>
                  <a:lnTo>
                    <a:pt x="978750" y="0"/>
                  </a:lnTo>
                  <a:cubicBezTo>
                    <a:pt x="995367" y="0"/>
                    <a:pt x="1011304" y="6601"/>
                    <a:pt x="1023054" y="18351"/>
                  </a:cubicBezTo>
                  <a:cubicBezTo>
                    <a:pt x="1034804" y="30101"/>
                    <a:pt x="1041405" y="46038"/>
                    <a:pt x="1041405" y="62655"/>
                  </a:cubicBezTo>
                  <a:lnTo>
                    <a:pt x="1041405" y="603942"/>
                  </a:lnTo>
                  <a:cubicBezTo>
                    <a:pt x="1041405" y="620560"/>
                    <a:pt x="1034804" y="636496"/>
                    <a:pt x="1023054" y="648246"/>
                  </a:cubicBezTo>
                  <a:cubicBezTo>
                    <a:pt x="1011304" y="659996"/>
                    <a:pt x="995367" y="666597"/>
                    <a:pt x="978750" y="666597"/>
                  </a:cubicBezTo>
                  <a:lnTo>
                    <a:pt x="62655" y="666597"/>
                  </a:lnTo>
                  <a:cubicBezTo>
                    <a:pt x="46038" y="666597"/>
                    <a:pt x="30101" y="659996"/>
                    <a:pt x="18351" y="648246"/>
                  </a:cubicBezTo>
                  <a:cubicBezTo>
                    <a:pt x="6601" y="636496"/>
                    <a:pt x="0" y="620560"/>
                    <a:pt x="0" y="603942"/>
                  </a:cubicBezTo>
                  <a:lnTo>
                    <a:pt x="0" y="62655"/>
                  </a:lnTo>
                  <a:cubicBezTo>
                    <a:pt x="0" y="46038"/>
                    <a:pt x="6601" y="30101"/>
                    <a:pt x="18351" y="18351"/>
                  </a:cubicBezTo>
                  <a:cubicBezTo>
                    <a:pt x="30101" y="6601"/>
                    <a:pt x="46038" y="0"/>
                    <a:pt x="6265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41405" cy="73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10308" y="6367855"/>
            <a:ext cx="3954084" cy="2530986"/>
            <a:chOff x="0" y="0"/>
            <a:chExt cx="1041405" cy="6665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1405" cy="666597"/>
            </a:xfrm>
            <a:custGeom>
              <a:avLst/>
              <a:gdLst/>
              <a:ahLst/>
              <a:cxnLst/>
              <a:rect r="r" b="b" t="t" l="l"/>
              <a:pathLst>
                <a:path h="666597" w="1041405">
                  <a:moveTo>
                    <a:pt x="62655" y="0"/>
                  </a:moveTo>
                  <a:lnTo>
                    <a:pt x="978750" y="0"/>
                  </a:lnTo>
                  <a:cubicBezTo>
                    <a:pt x="995367" y="0"/>
                    <a:pt x="1011304" y="6601"/>
                    <a:pt x="1023054" y="18351"/>
                  </a:cubicBezTo>
                  <a:cubicBezTo>
                    <a:pt x="1034804" y="30101"/>
                    <a:pt x="1041405" y="46038"/>
                    <a:pt x="1041405" y="62655"/>
                  </a:cubicBezTo>
                  <a:lnTo>
                    <a:pt x="1041405" y="603942"/>
                  </a:lnTo>
                  <a:cubicBezTo>
                    <a:pt x="1041405" y="620560"/>
                    <a:pt x="1034804" y="636496"/>
                    <a:pt x="1023054" y="648246"/>
                  </a:cubicBezTo>
                  <a:cubicBezTo>
                    <a:pt x="1011304" y="659996"/>
                    <a:pt x="995367" y="666597"/>
                    <a:pt x="978750" y="666597"/>
                  </a:cubicBezTo>
                  <a:lnTo>
                    <a:pt x="62655" y="666597"/>
                  </a:lnTo>
                  <a:cubicBezTo>
                    <a:pt x="46038" y="666597"/>
                    <a:pt x="30101" y="659996"/>
                    <a:pt x="18351" y="648246"/>
                  </a:cubicBezTo>
                  <a:cubicBezTo>
                    <a:pt x="6601" y="636496"/>
                    <a:pt x="0" y="620560"/>
                    <a:pt x="0" y="603942"/>
                  </a:cubicBezTo>
                  <a:lnTo>
                    <a:pt x="0" y="62655"/>
                  </a:lnTo>
                  <a:cubicBezTo>
                    <a:pt x="0" y="46038"/>
                    <a:pt x="6601" y="30101"/>
                    <a:pt x="18351" y="18351"/>
                  </a:cubicBezTo>
                  <a:cubicBezTo>
                    <a:pt x="30101" y="6601"/>
                    <a:pt x="46038" y="0"/>
                    <a:pt x="6265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41405" cy="73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887707" y="1545521"/>
            <a:ext cx="3756803" cy="2281404"/>
          </a:xfrm>
          <a:custGeom>
            <a:avLst/>
            <a:gdLst/>
            <a:ahLst/>
            <a:cxnLst/>
            <a:rect r="r" b="b" t="t" l="l"/>
            <a:pathLst>
              <a:path h="2281404" w="3756803">
                <a:moveTo>
                  <a:pt x="0" y="0"/>
                </a:moveTo>
                <a:lnTo>
                  <a:pt x="3756803" y="0"/>
                </a:lnTo>
                <a:lnTo>
                  <a:pt x="3756803" y="2281404"/>
                </a:lnTo>
                <a:lnTo>
                  <a:pt x="0" y="22814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true" flipV="true" rot="0">
            <a:off x="15418904" y="6460075"/>
            <a:ext cx="3756803" cy="2281404"/>
          </a:xfrm>
          <a:custGeom>
            <a:avLst/>
            <a:gdLst/>
            <a:ahLst/>
            <a:cxnLst/>
            <a:rect r="r" b="b" t="t" l="l"/>
            <a:pathLst>
              <a:path h="2281404" w="3756803">
                <a:moveTo>
                  <a:pt x="3756803" y="2281404"/>
                </a:moveTo>
                <a:lnTo>
                  <a:pt x="0" y="2281404"/>
                </a:lnTo>
                <a:lnTo>
                  <a:pt x="0" y="0"/>
                </a:lnTo>
                <a:lnTo>
                  <a:pt x="3756803" y="0"/>
                </a:lnTo>
                <a:lnTo>
                  <a:pt x="3756803" y="228140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4060687" y="3694973"/>
            <a:ext cx="1358755" cy="1370319"/>
          </a:xfrm>
          <a:custGeom>
            <a:avLst/>
            <a:gdLst/>
            <a:ahLst/>
            <a:cxnLst/>
            <a:rect r="r" b="b" t="t" l="l"/>
            <a:pathLst>
              <a:path h="1370319" w="1358755">
                <a:moveTo>
                  <a:pt x="0" y="0"/>
                </a:moveTo>
                <a:lnTo>
                  <a:pt x="1358754" y="0"/>
                </a:lnTo>
                <a:lnTo>
                  <a:pt x="1358754" y="1370318"/>
                </a:lnTo>
                <a:lnTo>
                  <a:pt x="0" y="13703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8311770" y="3694973"/>
            <a:ext cx="1462492" cy="1370319"/>
          </a:xfrm>
          <a:custGeom>
            <a:avLst/>
            <a:gdLst/>
            <a:ahLst/>
            <a:cxnLst/>
            <a:rect r="r" b="b" t="t" l="l"/>
            <a:pathLst>
              <a:path h="1370319" w="1462492">
                <a:moveTo>
                  <a:pt x="0" y="0"/>
                </a:moveTo>
                <a:lnTo>
                  <a:pt x="1462492" y="0"/>
                </a:lnTo>
                <a:lnTo>
                  <a:pt x="1462492" y="1370318"/>
                </a:lnTo>
                <a:lnTo>
                  <a:pt x="0" y="137031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864117" y="3679277"/>
            <a:ext cx="1323837" cy="1401710"/>
          </a:xfrm>
          <a:custGeom>
            <a:avLst/>
            <a:gdLst/>
            <a:ahLst/>
            <a:cxnLst/>
            <a:rect r="r" b="b" t="t" l="l"/>
            <a:pathLst>
              <a:path h="1401710" w="1323837">
                <a:moveTo>
                  <a:pt x="0" y="0"/>
                </a:moveTo>
                <a:lnTo>
                  <a:pt x="1323837" y="0"/>
                </a:lnTo>
                <a:lnTo>
                  <a:pt x="1323837" y="1401710"/>
                </a:lnTo>
                <a:lnTo>
                  <a:pt x="0" y="140171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320367" y="6541300"/>
            <a:ext cx="1160565" cy="1370112"/>
          </a:xfrm>
          <a:custGeom>
            <a:avLst/>
            <a:gdLst/>
            <a:ahLst/>
            <a:cxnLst/>
            <a:rect r="r" b="b" t="t" l="l"/>
            <a:pathLst>
              <a:path h="1370112" w="1160565">
                <a:moveTo>
                  <a:pt x="0" y="0"/>
                </a:moveTo>
                <a:lnTo>
                  <a:pt x="1160566" y="0"/>
                </a:lnTo>
                <a:lnTo>
                  <a:pt x="1160566" y="1370112"/>
                </a:lnTo>
                <a:lnTo>
                  <a:pt x="0" y="137011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765426" y="6541300"/>
            <a:ext cx="1368985" cy="1380838"/>
          </a:xfrm>
          <a:custGeom>
            <a:avLst/>
            <a:gdLst/>
            <a:ahLst/>
            <a:cxnLst/>
            <a:rect r="r" b="b" t="t" l="l"/>
            <a:pathLst>
              <a:path h="1380838" w="1368985">
                <a:moveTo>
                  <a:pt x="0" y="0"/>
                </a:moveTo>
                <a:lnTo>
                  <a:pt x="1368985" y="0"/>
                </a:lnTo>
                <a:lnTo>
                  <a:pt x="1368985" y="1380838"/>
                </a:lnTo>
                <a:lnTo>
                  <a:pt x="0" y="138083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5923706" y="2477960"/>
            <a:ext cx="6440588" cy="56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999" i="true" spc="-159">
                <a:solidFill>
                  <a:srgbClr val="E4E2DD"/>
                </a:solidFill>
                <a:latin typeface="Heading Now 91-98 Italics"/>
                <a:ea typeface="Heading Now 91-98 Italics"/>
                <a:cs typeface="Heading Now 91-98 Italics"/>
                <a:sym typeface="Heading Now 91-98 Italics"/>
              </a:rPr>
              <a:t>MEMBER - 1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00196" y="5439930"/>
            <a:ext cx="351420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Text-Based Recommendations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76091" y="5128780"/>
            <a:ext cx="29624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Intelligent Search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386896" y="5439930"/>
            <a:ext cx="351420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Like • Play • Explore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662791" y="5128780"/>
            <a:ext cx="29624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Reusable Movie Cards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874380" y="5436882"/>
            <a:ext cx="3514208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Seamless • Interactive • Immersive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150275" y="5135258"/>
            <a:ext cx="2931122" cy="3365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70"/>
              </a:lnSpc>
              <a:spcBef>
                <a:spcPct val="0"/>
              </a:spcBef>
            </a:pPr>
            <a:r>
              <a:rPr lang="en-US" b="true" sz="1978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Video Carousel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43546" y="8289237"/>
            <a:ext cx="351420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AI-powered recommendations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419441" y="7978087"/>
            <a:ext cx="29624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AI Features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630246" y="8289237"/>
            <a:ext cx="351420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Save • Track • Access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906141" y="7978087"/>
            <a:ext cx="29624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Add to Watchlist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16137" y="6367855"/>
            <a:ext cx="5592229" cy="5592229"/>
          </a:xfrm>
          <a:custGeom>
            <a:avLst/>
            <a:gdLst/>
            <a:ahLst/>
            <a:cxnLst/>
            <a:rect r="r" b="b" t="t" l="l"/>
            <a:pathLst>
              <a:path h="5592229" w="5592229">
                <a:moveTo>
                  <a:pt x="0" y="0"/>
                </a:moveTo>
                <a:lnTo>
                  <a:pt x="5592228" y="0"/>
                </a:lnTo>
                <a:lnTo>
                  <a:pt x="5592228" y="5592229"/>
                </a:lnTo>
                <a:lnTo>
                  <a:pt x="0" y="559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81398" y="-1399946"/>
            <a:ext cx="5592229" cy="5592229"/>
          </a:xfrm>
          <a:custGeom>
            <a:avLst/>
            <a:gdLst/>
            <a:ahLst/>
            <a:cxnLst/>
            <a:rect r="r" b="b" t="t" l="l"/>
            <a:pathLst>
              <a:path h="5592229" w="5592229">
                <a:moveTo>
                  <a:pt x="0" y="0"/>
                </a:moveTo>
                <a:lnTo>
                  <a:pt x="5592228" y="0"/>
                </a:lnTo>
                <a:lnTo>
                  <a:pt x="5592228" y="5592229"/>
                </a:lnTo>
                <a:lnTo>
                  <a:pt x="0" y="559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0697" y="8442428"/>
            <a:ext cx="19009394" cy="4277114"/>
          </a:xfrm>
          <a:custGeom>
            <a:avLst/>
            <a:gdLst/>
            <a:ahLst/>
            <a:cxnLst/>
            <a:rect r="r" b="b" t="t" l="l"/>
            <a:pathLst>
              <a:path h="4277114" w="19009394">
                <a:moveTo>
                  <a:pt x="0" y="0"/>
                </a:moveTo>
                <a:lnTo>
                  <a:pt x="19009394" y="0"/>
                </a:lnTo>
                <a:lnTo>
                  <a:pt x="19009394" y="4277113"/>
                </a:lnTo>
                <a:lnTo>
                  <a:pt x="0" y="42771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08684" y="575553"/>
            <a:ext cx="16870632" cy="8979477"/>
            <a:chOff x="0" y="0"/>
            <a:chExt cx="4443294" cy="2364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3294" cy="2364965"/>
            </a:xfrm>
            <a:custGeom>
              <a:avLst/>
              <a:gdLst/>
              <a:ahLst/>
              <a:cxnLst/>
              <a:rect r="r" b="b" t="t" l="l"/>
              <a:pathLst>
                <a:path h="2364965" w="4443294">
                  <a:moveTo>
                    <a:pt x="14685" y="0"/>
                  </a:moveTo>
                  <a:lnTo>
                    <a:pt x="4428610" y="0"/>
                  </a:lnTo>
                  <a:cubicBezTo>
                    <a:pt x="4432504" y="0"/>
                    <a:pt x="4436239" y="1547"/>
                    <a:pt x="4438993" y="4301"/>
                  </a:cubicBezTo>
                  <a:cubicBezTo>
                    <a:pt x="4441747" y="7055"/>
                    <a:pt x="4443294" y="10790"/>
                    <a:pt x="4443294" y="14685"/>
                  </a:cubicBezTo>
                  <a:lnTo>
                    <a:pt x="4443294" y="2350280"/>
                  </a:lnTo>
                  <a:cubicBezTo>
                    <a:pt x="4443294" y="2358390"/>
                    <a:pt x="4436720" y="2364965"/>
                    <a:pt x="4428610" y="2364965"/>
                  </a:cubicBezTo>
                  <a:lnTo>
                    <a:pt x="14685" y="2364965"/>
                  </a:lnTo>
                  <a:cubicBezTo>
                    <a:pt x="10790" y="2364965"/>
                    <a:pt x="7055" y="2363418"/>
                    <a:pt x="4301" y="2360664"/>
                  </a:cubicBezTo>
                  <a:cubicBezTo>
                    <a:pt x="1547" y="2357910"/>
                    <a:pt x="0" y="2354175"/>
                    <a:pt x="0" y="2350280"/>
                  </a:cubicBezTo>
                  <a:lnTo>
                    <a:pt x="0" y="14685"/>
                  </a:lnTo>
                  <a:cubicBezTo>
                    <a:pt x="0" y="10790"/>
                    <a:pt x="1547" y="7055"/>
                    <a:pt x="4301" y="4301"/>
                  </a:cubicBezTo>
                  <a:cubicBezTo>
                    <a:pt x="7055" y="1547"/>
                    <a:pt x="10790" y="0"/>
                    <a:pt x="1468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443294" cy="2431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79474" y="3518548"/>
            <a:ext cx="3954084" cy="2530986"/>
            <a:chOff x="0" y="0"/>
            <a:chExt cx="1041405" cy="6665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405" cy="666597"/>
            </a:xfrm>
            <a:custGeom>
              <a:avLst/>
              <a:gdLst/>
              <a:ahLst/>
              <a:cxnLst/>
              <a:rect r="r" b="b" t="t" l="l"/>
              <a:pathLst>
                <a:path h="666597" w="1041405">
                  <a:moveTo>
                    <a:pt x="62655" y="0"/>
                  </a:moveTo>
                  <a:lnTo>
                    <a:pt x="978750" y="0"/>
                  </a:lnTo>
                  <a:cubicBezTo>
                    <a:pt x="995367" y="0"/>
                    <a:pt x="1011304" y="6601"/>
                    <a:pt x="1023054" y="18351"/>
                  </a:cubicBezTo>
                  <a:cubicBezTo>
                    <a:pt x="1034804" y="30101"/>
                    <a:pt x="1041405" y="46038"/>
                    <a:pt x="1041405" y="62655"/>
                  </a:cubicBezTo>
                  <a:lnTo>
                    <a:pt x="1041405" y="603942"/>
                  </a:lnTo>
                  <a:cubicBezTo>
                    <a:pt x="1041405" y="620560"/>
                    <a:pt x="1034804" y="636496"/>
                    <a:pt x="1023054" y="648246"/>
                  </a:cubicBezTo>
                  <a:cubicBezTo>
                    <a:pt x="1011304" y="659996"/>
                    <a:pt x="995367" y="666597"/>
                    <a:pt x="978750" y="666597"/>
                  </a:cubicBezTo>
                  <a:lnTo>
                    <a:pt x="62655" y="666597"/>
                  </a:lnTo>
                  <a:cubicBezTo>
                    <a:pt x="46038" y="666597"/>
                    <a:pt x="30101" y="659996"/>
                    <a:pt x="18351" y="648246"/>
                  </a:cubicBezTo>
                  <a:cubicBezTo>
                    <a:pt x="6601" y="636496"/>
                    <a:pt x="0" y="620560"/>
                    <a:pt x="0" y="603942"/>
                  </a:cubicBezTo>
                  <a:lnTo>
                    <a:pt x="0" y="62655"/>
                  </a:lnTo>
                  <a:cubicBezTo>
                    <a:pt x="0" y="46038"/>
                    <a:pt x="6601" y="30101"/>
                    <a:pt x="18351" y="18351"/>
                  </a:cubicBezTo>
                  <a:cubicBezTo>
                    <a:pt x="30101" y="6601"/>
                    <a:pt x="46038" y="0"/>
                    <a:pt x="6265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041405" cy="73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66958" y="3518548"/>
            <a:ext cx="3954084" cy="2530986"/>
            <a:chOff x="0" y="0"/>
            <a:chExt cx="1041405" cy="6665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1405" cy="666597"/>
            </a:xfrm>
            <a:custGeom>
              <a:avLst/>
              <a:gdLst/>
              <a:ahLst/>
              <a:cxnLst/>
              <a:rect r="r" b="b" t="t" l="l"/>
              <a:pathLst>
                <a:path h="666597" w="1041405">
                  <a:moveTo>
                    <a:pt x="62655" y="0"/>
                  </a:moveTo>
                  <a:lnTo>
                    <a:pt x="978750" y="0"/>
                  </a:lnTo>
                  <a:cubicBezTo>
                    <a:pt x="995367" y="0"/>
                    <a:pt x="1011304" y="6601"/>
                    <a:pt x="1023054" y="18351"/>
                  </a:cubicBezTo>
                  <a:cubicBezTo>
                    <a:pt x="1034804" y="30101"/>
                    <a:pt x="1041405" y="46038"/>
                    <a:pt x="1041405" y="62655"/>
                  </a:cubicBezTo>
                  <a:lnTo>
                    <a:pt x="1041405" y="603942"/>
                  </a:lnTo>
                  <a:cubicBezTo>
                    <a:pt x="1041405" y="620560"/>
                    <a:pt x="1034804" y="636496"/>
                    <a:pt x="1023054" y="648246"/>
                  </a:cubicBezTo>
                  <a:cubicBezTo>
                    <a:pt x="1011304" y="659996"/>
                    <a:pt x="995367" y="666597"/>
                    <a:pt x="978750" y="666597"/>
                  </a:cubicBezTo>
                  <a:lnTo>
                    <a:pt x="62655" y="666597"/>
                  </a:lnTo>
                  <a:cubicBezTo>
                    <a:pt x="46038" y="666597"/>
                    <a:pt x="30101" y="659996"/>
                    <a:pt x="18351" y="648246"/>
                  </a:cubicBezTo>
                  <a:cubicBezTo>
                    <a:pt x="6601" y="636496"/>
                    <a:pt x="0" y="620560"/>
                    <a:pt x="0" y="603942"/>
                  </a:cubicBezTo>
                  <a:lnTo>
                    <a:pt x="0" y="62655"/>
                  </a:lnTo>
                  <a:cubicBezTo>
                    <a:pt x="0" y="46038"/>
                    <a:pt x="6601" y="30101"/>
                    <a:pt x="18351" y="18351"/>
                  </a:cubicBezTo>
                  <a:cubicBezTo>
                    <a:pt x="30101" y="6601"/>
                    <a:pt x="46038" y="0"/>
                    <a:pt x="6265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41405" cy="73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54442" y="3515501"/>
            <a:ext cx="3954084" cy="2530986"/>
            <a:chOff x="0" y="0"/>
            <a:chExt cx="1041405" cy="6665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1405" cy="666597"/>
            </a:xfrm>
            <a:custGeom>
              <a:avLst/>
              <a:gdLst/>
              <a:ahLst/>
              <a:cxnLst/>
              <a:rect r="r" b="b" t="t" l="l"/>
              <a:pathLst>
                <a:path h="666597" w="1041405">
                  <a:moveTo>
                    <a:pt x="62655" y="0"/>
                  </a:moveTo>
                  <a:lnTo>
                    <a:pt x="978750" y="0"/>
                  </a:lnTo>
                  <a:cubicBezTo>
                    <a:pt x="995367" y="0"/>
                    <a:pt x="1011304" y="6601"/>
                    <a:pt x="1023054" y="18351"/>
                  </a:cubicBezTo>
                  <a:cubicBezTo>
                    <a:pt x="1034804" y="30101"/>
                    <a:pt x="1041405" y="46038"/>
                    <a:pt x="1041405" y="62655"/>
                  </a:cubicBezTo>
                  <a:lnTo>
                    <a:pt x="1041405" y="603942"/>
                  </a:lnTo>
                  <a:cubicBezTo>
                    <a:pt x="1041405" y="620560"/>
                    <a:pt x="1034804" y="636496"/>
                    <a:pt x="1023054" y="648246"/>
                  </a:cubicBezTo>
                  <a:cubicBezTo>
                    <a:pt x="1011304" y="659996"/>
                    <a:pt x="995367" y="666597"/>
                    <a:pt x="978750" y="666597"/>
                  </a:cubicBezTo>
                  <a:lnTo>
                    <a:pt x="62655" y="666597"/>
                  </a:lnTo>
                  <a:cubicBezTo>
                    <a:pt x="46038" y="666597"/>
                    <a:pt x="30101" y="659996"/>
                    <a:pt x="18351" y="648246"/>
                  </a:cubicBezTo>
                  <a:cubicBezTo>
                    <a:pt x="6601" y="636496"/>
                    <a:pt x="0" y="620560"/>
                    <a:pt x="0" y="603942"/>
                  </a:cubicBezTo>
                  <a:lnTo>
                    <a:pt x="0" y="62655"/>
                  </a:lnTo>
                  <a:cubicBezTo>
                    <a:pt x="0" y="46038"/>
                    <a:pt x="6601" y="30101"/>
                    <a:pt x="18351" y="18351"/>
                  </a:cubicBezTo>
                  <a:cubicBezTo>
                    <a:pt x="30101" y="6601"/>
                    <a:pt x="46038" y="0"/>
                    <a:pt x="6265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41405" cy="73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923608" y="6367855"/>
            <a:ext cx="3954084" cy="2530986"/>
            <a:chOff x="0" y="0"/>
            <a:chExt cx="1041405" cy="6665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1405" cy="666597"/>
            </a:xfrm>
            <a:custGeom>
              <a:avLst/>
              <a:gdLst/>
              <a:ahLst/>
              <a:cxnLst/>
              <a:rect r="r" b="b" t="t" l="l"/>
              <a:pathLst>
                <a:path h="666597" w="1041405">
                  <a:moveTo>
                    <a:pt x="62655" y="0"/>
                  </a:moveTo>
                  <a:lnTo>
                    <a:pt x="978750" y="0"/>
                  </a:lnTo>
                  <a:cubicBezTo>
                    <a:pt x="995367" y="0"/>
                    <a:pt x="1011304" y="6601"/>
                    <a:pt x="1023054" y="18351"/>
                  </a:cubicBezTo>
                  <a:cubicBezTo>
                    <a:pt x="1034804" y="30101"/>
                    <a:pt x="1041405" y="46038"/>
                    <a:pt x="1041405" y="62655"/>
                  </a:cubicBezTo>
                  <a:lnTo>
                    <a:pt x="1041405" y="603942"/>
                  </a:lnTo>
                  <a:cubicBezTo>
                    <a:pt x="1041405" y="620560"/>
                    <a:pt x="1034804" y="636496"/>
                    <a:pt x="1023054" y="648246"/>
                  </a:cubicBezTo>
                  <a:cubicBezTo>
                    <a:pt x="1011304" y="659996"/>
                    <a:pt x="995367" y="666597"/>
                    <a:pt x="978750" y="666597"/>
                  </a:cubicBezTo>
                  <a:lnTo>
                    <a:pt x="62655" y="666597"/>
                  </a:lnTo>
                  <a:cubicBezTo>
                    <a:pt x="46038" y="666597"/>
                    <a:pt x="30101" y="659996"/>
                    <a:pt x="18351" y="648246"/>
                  </a:cubicBezTo>
                  <a:cubicBezTo>
                    <a:pt x="6601" y="636496"/>
                    <a:pt x="0" y="620560"/>
                    <a:pt x="0" y="603942"/>
                  </a:cubicBezTo>
                  <a:lnTo>
                    <a:pt x="0" y="62655"/>
                  </a:lnTo>
                  <a:cubicBezTo>
                    <a:pt x="0" y="46038"/>
                    <a:pt x="6601" y="30101"/>
                    <a:pt x="18351" y="18351"/>
                  </a:cubicBezTo>
                  <a:cubicBezTo>
                    <a:pt x="30101" y="6601"/>
                    <a:pt x="46038" y="0"/>
                    <a:pt x="6265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41405" cy="73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10308" y="6367855"/>
            <a:ext cx="3954084" cy="2530986"/>
            <a:chOff x="0" y="0"/>
            <a:chExt cx="1041405" cy="6665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1405" cy="666597"/>
            </a:xfrm>
            <a:custGeom>
              <a:avLst/>
              <a:gdLst/>
              <a:ahLst/>
              <a:cxnLst/>
              <a:rect r="r" b="b" t="t" l="l"/>
              <a:pathLst>
                <a:path h="666597" w="1041405">
                  <a:moveTo>
                    <a:pt x="62655" y="0"/>
                  </a:moveTo>
                  <a:lnTo>
                    <a:pt x="978750" y="0"/>
                  </a:lnTo>
                  <a:cubicBezTo>
                    <a:pt x="995367" y="0"/>
                    <a:pt x="1011304" y="6601"/>
                    <a:pt x="1023054" y="18351"/>
                  </a:cubicBezTo>
                  <a:cubicBezTo>
                    <a:pt x="1034804" y="30101"/>
                    <a:pt x="1041405" y="46038"/>
                    <a:pt x="1041405" y="62655"/>
                  </a:cubicBezTo>
                  <a:lnTo>
                    <a:pt x="1041405" y="603942"/>
                  </a:lnTo>
                  <a:cubicBezTo>
                    <a:pt x="1041405" y="620560"/>
                    <a:pt x="1034804" y="636496"/>
                    <a:pt x="1023054" y="648246"/>
                  </a:cubicBezTo>
                  <a:cubicBezTo>
                    <a:pt x="1011304" y="659996"/>
                    <a:pt x="995367" y="666597"/>
                    <a:pt x="978750" y="666597"/>
                  </a:cubicBezTo>
                  <a:lnTo>
                    <a:pt x="62655" y="666597"/>
                  </a:lnTo>
                  <a:cubicBezTo>
                    <a:pt x="46038" y="666597"/>
                    <a:pt x="30101" y="659996"/>
                    <a:pt x="18351" y="648246"/>
                  </a:cubicBezTo>
                  <a:cubicBezTo>
                    <a:pt x="6601" y="636496"/>
                    <a:pt x="0" y="620560"/>
                    <a:pt x="0" y="603942"/>
                  </a:cubicBezTo>
                  <a:lnTo>
                    <a:pt x="0" y="62655"/>
                  </a:lnTo>
                  <a:cubicBezTo>
                    <a:pt x="0" y="46038"/>
                    <a:pt x="6601" y="30101"/>
                    <a:pt x="18351" y="18351"/>
                  </a:cubicBezTo>
                  <a:cubicBezTo>
                    <a:pt x="30101" y="6601"/>
                    <a:pt x="46038" y="0"/>
                    <a:pt x="6265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41405" cy="73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-887707" y="1545521"/>
            <a:ext cx="3756803" cy="2281404"/>
          </a:xfrm>
          <a:custGeom>
            <a:avLst/>
            <a:gdLst/>
            <a:ahLst/>
            <a:cxnLst/>
            <a:rect r="r" b="b" t="t" l="l"/>
            <a:pathLst>
              <a:path h="2281404" w="3756803">
                <a:moveTo>
                  <a:pt x="0" y="0"/>
                </a:moveTo>
                <a:lnTo>
                  <a:pt x="3756803" y="0"/>
                </a:lnTo>
                <a:lnTo>
                  <a:pt x="3756803" y="2281404"/>
                </a:lnTo>
                <a:lnTo>
                  <a:pt x="0" y="22814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true" rot="0">
            <a:off x="15418904" y="6460075"/>
            <a:ext cx="3756803" cy="2281404"/>
          </a:xfrm>
          <a:custGeom>
            <a:avLst/>
            <a:gdLst/>
            <a:ahLst/>
            <a:cxnLst/>
            <a:rect r="r" b="b" t="t" l="l"/>
            <a:pathLst>
              <a:path h="2281404" w="3756803">
                <a:moveTo>
                  <a:pt x="3756803" y="2281404"/>
                </a:moveTo>
                <a:lnTo>
                  <a:pt x="0" y="2281404"/>
                </a:lnTo>
                <a:lnTo>
                  <a:pt x="0" y="0"/>
                </a:lnTo>
                <a:lnTo>
                  <a:pt x="3756803" y="0"/>
                </a:lnTo>
                <a:lnTo>
                  <a:pt x="3756803" y="228140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8470023" y="3772320"/>
            <a:ext cx="1160223" cy="1226667"/>
          </a:xfrm>
          <a:custGeom>
            <a:avLst/>
            <a:gdLst/>
            <a:ahLst/>
            <a:cxnLst/>
            <a:rect r="r" b="b" t="t" l="l"/>
            <a:pathLst>
              <a:path h="1226667" w="1160223">
                <a:moveTo>
                  <a:pt x="0" y="0"/>
                </a:moveTo>
                <a:lnTo>
                  <a:pt x="1160223" y="0"/>
                </a:lnTo>
                <a:lnTo>
                  <a:pt x="1160223" y="1226667"/>
                </a:lnTo>
                <a:lnTo>
                  <a:pt x="0" y="122666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6170950" y="6525784"/>
            <a:ext cx="1493418" cy="1404448"/>
          </a:xfrm>
          <a:custGeom>
            <a:avLst/>
            <a:gdLst/>
            <a:ahLst/>
            <a:cxnLst/>
            <a:rect r="r" b="b" t="t" l="l"/>
            <a:pathLst>
              <a:path h="1404448" w="1493418">
                <a:moveTo>
                  <a:pt x="0" y="0"/>
                </a:moveTo>
                <a:lnTo>
                  <a:pt x="1493418" y="0"/>
                </a:lnTo>
                <a:lnTo>
                  <a:pt x="1493418" y="1404448"/>
                </a:lnTo>
                <a:lnTo>
                  <a:pt x="0" y="14044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076811" y="3714274"/>
            <a:ext cx="1159411" cy="1342759"/>
          </a:xfrm>
          <a:custGeom>
            <a:avLst/>
            <a:gdLst/>
            <a:ahLst/>
            <a:cxnLst/>
            <a:rect r="r" b="b" t="t" l="l"/>
            <a:pathLst>
              <a:path h="1342759" w="1159411">
                <a:moveTo>
                  <a:pt x="0" y="0"/>
                </a:moveTo>
                <a:lnTo>
                  <a:pt x="1159410" y="0"/>
                </a:lnTo>
                <a:lnTo>
                  <a:pt x="1159410" y="1342759"/>
                </a:lnTo>
                <a:lnTo>
                  <a:pt x="0" y="134275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13144454" y="3754269"/>
            <a:ext cx="1171437" cy="1302764"/>
          </a:xfrm>
          <a:custGeom>
            <a:avLst/>
            <a:gdLst/>
            <a:ahLst/>
            <a:cxnLst/>
            <a:rect r="r" b="b" t="t" l="l"/>
            <a:pathLst>
              <a:path h="1302764" w="1171437">
                <a:moveTo>
                  <a:pt x="0" y="0"/>
                </a:moveTo>
                <a:lnTo>
                  <a:pt x="1171437" y="0"/>
                </a:lnTo>
                <a:lnTo>
                  <a:pt x="1171437" y="1302764"/>
                </a:lnTo>
                <a:lnTo>
                  <a:pt x="0" y="130276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721831" y="6516259"/>
            <a:ext cx="1242068" cy="1352474"/>
          </a:xfrm>
          <a:custGeom>
            <a:avLst/>
            <a:gdLst/>
            <a:ahLst/>
            <a:cxnLst/>
            <a:rect r="r" b="b" t="t" l="l"/>
            <a:pathLst>
              <a:path h="1352474" w="1242068">
                <a:moveTo>
                  <a:pt x="0" y="0"/>
                </a:moveTo>
                <a:lnTo>
                  <a:pt x="1242068" y="0"/>
                </a:lnTo>
                <a:lnTo>
                  <a:pt x="1242068" y="1352474"/>
                </a:lnTo>
                <a:lnTo>
                  <a:pt x="0" y="135247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923706" y="2477960"/>
            <a:ext cx="6440588" cy="56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999" i="true" spc="-159">
                <a:solidFill>
                  <a:srgbClr val="E4E2DD"/>
                </a:solidFill>
                <a:latin typeface="Heading Now 91-98 Italics"/>
                <a:ea typeface="Heading Now 91-98 Italics"/>
                <a:cs typeface="Heading Now 91-98 Italics"/>
                <a:sym typeface="Heading Now 91-98 Italics"/>
              </a:rPr>
              <a:t>MEMBER - 2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00196" y="5439930"/>
            <a:ext cx="351420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Login • Secure • Access 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176091" y="5128780"/>
            <a:ext cx="29624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Authentication Page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86896" y="5439930"/>
            <a:ext cx="351420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Works even without API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759414" y="5128780"/>
            <a:ext cx="29624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Anime Ecosystem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874380" y="5436882"/>
            <a:ext cx="351420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Track • Review • Revisit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150275" y="5125733"/>
            <a:ext cx="29624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Watch History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143546" y="8289237"/>
            <a:ext cx="351420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Personalize • Manage • Track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419441" y="7978087"/>
            <a:ext cx="29624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Profile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630246" y="8289237"/>
            <a:ext cx="351420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Queries both movies and anime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906141" y="7978087"/>
            <a:ext cx="29624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Search Bar upgradation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16137" y="6367855"/>
            <a:ext cx="5592229" cy="5592229"/>
          </a:xfrm>
          <a:custGeom>
            <a:avLst/>
            <a:gdLst/>
            <a:ahLst/>
            <a:cxnLst/>
            <a:rect r="r" b="b" t="t" l="l"/>
            <a:pathLst>
              <a:path h="5592229" w="5592229">
                <a:moveTo>
                  <a:pt x="0" y="0"/>
                </a:moveTo>
                <a:lnTo>
                  <a:pt x="5592228" y="0"/>
                </a:lnTo>
                <a:lnTo>
                  <a:pt x="5592228" y="5592229"/>
                </a:lnTo>
                <a:lnTo>
                  <a:pt x="0" y="559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81398" y="-1399946"/>
            <a:ext cx="5592229" cy="5592229"/>
          </a:xfrm>
          <a:custGeom>
            <a:avLst/>
            <a:gdLst/>
            <a:ahLst/>
            <a:cxnLst/>
            <a:rect r="r" b="b" t="t" l="l"/>
            <a:pathLst>
              <a:path h="5592229" w="5592229">
                <a:moveTo>
                  <a:pt x="0" y="0"/>
                </a:moveTo>
                <a:lnTo>
                  <a:pt x="5592228" y="0"/>
                </a:lnTo>
                <a:lnTo>
                  <a:pt x="5592228" y="5592229"/>
                </a:lnTo>
                <a:lnTo>
                  <a:pt x="0" y="559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0697" y="8442428"/>
            <a:ext cx="19009394" cy="4277114"/>
          </a:xfrm>
          <a:custGeom>
            <a:avLst/>
            <a:gdLst/>
            <a:ahLst/>
            <a:cxnLst/>
            <a:rect r="r" b="b" t="t" l="l"/>
            <a:pathLst>
              <a:path h="4277114" w="19009394">
                <a:moveTo>
                  <a:pt x="0" y="0"/>
                </a:moveTo>
                <a:lnTo>
                  <a:pt x="19009394" y="0"/>
                </a:lnTo>
                <a:lnTo>
                  <a:pt x="19009394" y="4277113"/>
                </a:lnTo>
                <a:lnTo>
                  <a:pt x="0" y="42771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08684" y="575553"/>
            <a:ext cx="16870632" cy="8979477"/>
            <a:chOff x="0" y="0"/>
            <a:chExt cx="4443294" cy="23649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3294" cy="2364965"/>
            </a:xfrm>
            <a:custGeom>
              <a:avLst/>
              <a:gdLst/>
              <a:ahLst/>
              <a:cxnLst/>
              <a:rect r="r" b="b" t="t" l="l"/>
              <a:pathLst>
                <a:path h="2364965" w="4443294">
                  <a:moveTo>
                    <a:pt x="14685" y="0"/>
                  </a:moveTo>
                  <a:lnTo>
                    <a:pt x="4428610" y="0"/>
                  </a:lnTo>
                  <a:cubicBezTo>
                    <a:pt x="4432504" y="0"/>
                    <a:pt x="4436239" y="1547"/>
                    <a:pt x="4438993" y="4301"/>
                  </a:cubicBezTo>
                  <a:cubicBezTo>
                    <a:pt x="4441747" y="7055"/>
                    <a:pt x="4443294" y="10790"/>
                    <a:pt x="4443294" y="14685"/>
                  </a:cubicBezTo>
                  <a:lnTo>
                    <a:pt x="4443294" y="2350280"/>
                  </a:lnTo>
                  <a:cubicBezTo>
                    <a:pt x="4443294" y="2358390"/>
                    <a:pt x="4436720" y="2364965"/>
                    <a:pt x="4428610" y="2364965"/>
                  </a:cubicBezTo>
                  <a:lnTo>
                    <a:pt x="14685" y="2364965"/>
                  </a:lnTo>
                  <a:cubicBezTo>
                    <a:pt x="10790" y="2364965"/>
                    <a:pt x="7055" y="2363418"/>
                    <a:pt x="4301" y="2360664"/>
                  </a:cubicBezTo>
                  <a:cubicBezTo>
                    <a:pt x="1547" y="2357910"/>
                    <a:pt x="0" y="2354175"/>
                    <a:pt x="0" y="2350280"/>
                  </a:cubicBezTo>
                  <a:lnTo>
                    <a:pt x="0" y="14685"/>
                  </a:lnTo>
                  <a:cubicBezTo>
                    <a:pt x="0" y="10790"/>
                    <a:pt x="1547" y="7055"/>
                    <a:pt x="4301" y="4301"/>
                  </a:cubicBezTo>
                  <a:cubicBezTo>
                    <a:pt x="7055" y="1547"/>
                    <a:pt x="10790" y="0"/>
                    <a:pt x="1468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443294" cy="24316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80258" y="3518548"/>
            <a:ext cx="3954084" cy="2530986"/>
            <a:chOff x="0" y="0"/>
            <a:chExt cx="1041405" cy="66659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41405" cy="666597"/>
            </a:xfrm>
            <a:custGeom>
              <a:avLst/>
              <a:gdLst/>
              <a:ahLst/>
              <a:cxnLst/>
              <a:rect r="r" b="b" t="t" l="l"/>
              <a:pathLst>
                <a:path h="666597" w="1041405">
                  <a:moveTo>
                    <a:pt x="62655" y="0"/>
                  </a:moveTo>
                  <a:lnTo>
                    <a:pt x="978750" y="0"/>
                  </a:lnTo>
                  <a:cubicBezTo>
                    <a:pt x="995367" y="0"/>
                    <a:pt x="1011304" y="6601"/>
                    <a:pt x="1023054" y="18351"/>
                  </a:cubicBezTo>
                  <a:cubicBezTo>
                    <a:pt x="1034804" y="30101"/>
                    <a:pt x="1041405" y="46038"/>
                    <a:pt x="1041405" y="62655"/>
                  </a:cubicBezTo>
                  <a:lnTo>
                    <a:pt x="1041405" y="603942"/>
                  </a:lnTo>
                  <a:cubicBezTo>
                    <a:pt x="1041405" y="620560"/>
                    <a:pt x="1034804" y="636496"/>
                    <a:pt x="1023054" y="648246"/>
                  </a:cubicBezTo>
                  <a:cubicBezTo>
                    <a:pt x="1011304" y="659996"/>
                    <a:pt x="995367" y="666597"/>
                    <a:pt x="978750" y="666597"/>
                  </a:cubicBezTo>
                  <a:lnTo>
                    <a:pt x="62655" y="666597"/>
                  </a:lnTo>
                  <a:cubicBezTo>
                    <a:pt x="46038" y="666597"/>
                    <a:pt x="30101" y="659996"/>
                    <a:pt x="18351" y="648246"/>
                  </a:cubicBezTo>
                  <a:cubicBezTo>
                    <a:pt x="6601" y="636496"/>
                    <a:pt x="0" y="620560"/>
                    <a:pt x="0" y="603942"/>
                  </a:cubicBezTo>
                  <a:lnTo>
                    <a:pt x="0" y="62655"/>
                  </a:lnTo>
                  <a:cubicBezTo>
                    <a:pt x="0" y="46038"/>
                    <a:pt x="6601" y="30101"/>
                    <a:pt x="18351" y="18351"/>
                  </a:cubicBezTo>
                  <a:cubicBezTo>
                    <a:pt x="30101" y="6601"/>
                    <a:pt x="46038" y="0"/>
                    <a:pt x="6265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041405" cy="73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66958" y="3518548"/>
            <a:ext cx="3954084" cy="2530986"/>
            <a:chOff x="0" y="0"/>
            <a:chExt cx="1041405" cy="66659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41405" cy="666597"/>
            </a:xfrm>
            <a:custGeom>
              <a:avLst/>
              <a:gdLst/>
              <a:ahLst/>
              <a:cxnLst/>
              <a:rect r="r" b="b" t="t" l="l"/>
              <a:pathLst>
                <a:path h="666597" w="1041405">
                  <a:moveTo>
                    <a:pt x="62655" y="0"/>
                  </a:moveTo>
                  <a:lnTo>
                    <a:pt x="978750" y="0"/>
                  </a:lnTo>
                  <a:cubicBezTo>
                    <a:pt x="995367" y="0"/>
                    <a:pt x="1011304" y="6601"/>
                    <a:pt x="1023054" y="18351"/>
                  </a:cubicBezTo>
                  <a:cubicBezTo>
                    <a:pt x="1034804" y="30101"/>
                    <a:pt x="1041405" y="46038"/>
                    <a:pt x="1041405" y="62655"/>
                  </a:cubicBezTo>
                  <a:lnTo>
                    <a:pt x="1041405" y="603942"/>
                  </a:lnTo>
                  <a:cubicBezTo>
                    <a:pt x="1041405" y="620560"/>
                    <a:pt x="1034804" y="636496"/>
                    <a:pt x="1023054" y="648246"/>
                  </a:cubicBezTo>
                  <a:cubicBezTo>
                    <a:pt x="1011304" y="659996"/>
                    <a:pt x="995367" y="666597"/>
                    <a:pt x="978750" y="666597"/>
                  </a:cubicBezTo>
                  <a:lnTo>
                    <a:pt x="62655" y="666597"/>
                  </a:lnTo>
                  <a:cubicBezTo>
                    <a:pt x="46038" y="666597"/>
                    <a:pt x="30101" y="659996"/>
                    <a:pt x="18351" y="648246"/>
                  </a:cubicBezTo>
                  <a:cubicBezTo>
                    <a:pt x="6601" y="636496"/>
                    <a:pt x="0" y="620560"/>
                    <a:pt x="0" y="603942"/>
                  </a:cubicBezTo>
                  <a:lnTo>
                    <a:pt x="0" y="62655"/>
                  </a:lnTo>
                  <a:cubicBezTo>
                    <a:pt x="0" y="46038"/>
                    <a:pt x="6601" y="30101"/>
                    <a:pt x="18351" y="18351"/>
                  </a:cubicBezTo>
                  <a:cubicBezTo>
                    <a:pt x="30101" y="6601"/>
                    <a:pt x="46038" y="0"/>
                    <a:pt x="6265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1041405" cy="73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654442" y="3515501"/>
            <a:ext cx="3954084" cy="2530986"/>
            <a:chOff x="0" y="0"/>
            <a:chExt cx="1041405" cy="6665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1405" cy="666597"/>
            </a:xfrm>
            <a:custGeom>
              <a:avLst/>
              <a:gdLst/>
              <a:ahLst/>
              <a:cxnLst/>
              <a:rect r="r" b="b" t="t" l="l"/>
              <a:pathLst>
                <a:path h="666597" w="1041405">
                  <a:moveTo>
                    <a:pt x="62655" y="0"/>
                  </a:moveTo>
                  <a:lnTo>
                    <a:pt x="978750" y="0"/>
                  </a:lnTo>
                  <a:cubicBezTo>
                    <a:pt x="995367" y="0"/>
                    <a:pt x="1011304" y="6601"/>
                    <a:pt x="1023054" y="18351"/>
                  </a:cubicBezTo>
                  <a:cubicBezTo>
                    <a:pt x="1034804" y="30101"/>
                    <a:pt x="1041405" y="46038"/>
                    <a:pt x="1041405" y="62655"/>
                  </a:cubicBezTo>
                  <a:lnTo>
                    <a:pt x="1041405" y="603942"/>
                  </a:lnTo>
                  <a:cubicBezTo>
                    <a:pt x="1041405" y="620560"/>
                    <a:pt x="1034804" y="636496"/>
                    <a:pt x="1023054" y="648246"/>
                  </a:cubicBezTo>
                  <a:cubicBezTo>
                    <a:pt x="1011304" y="659996"/>
                    <a:pt x="995367" y="666597"/>
                    <a:pt x="978750" y="666597"/>
                  </a:cubicBezTo>
                  <a:lnTo>
                    <a:pt x="62655" y="666597"/>
                  </a:lnTo>
                  <a:cubicBezTo>
                    <a:pt x="46038" y="666597"/>
                    <a:pt x="30101" y="659996"/>
                    <a:pt x="18351" y="648246"/>
                  </a:cubicBezTo>
                  <a:cubicBezTo>
                    <a:pt x="6601" y="636496"/>
                    <a:pt x="0" y="620560"/>
                    <a:pt x="0" y="603942"/>
                  </a:cubicBezTo>
                  <a:lnTo>
                    <a:pt x="0" y="62655"/>
                  </a:lnTo>
                  <a:cubicBezTo>
                    <a:pt x="0" y="46038"/>
                    <a:pt x="6601" y="30101"/>
                    <a:pt x="18351" y="18351"/>
                  </a:cubicBezTo>
                  <a:cubicBezTo>
                    <a:pt x="30101" y="6601"/>
                    <a:pt x="46038" y="0"/>
                    <a:pt x="6265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41405" cy="73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923608" y="6367855"/>
            <a:ext cx="3954084" cy="2530986"/>
            <a:chOff x="0" y="0"/>
            <a:chExt cx="1041405" cy="66659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1405" cy="666597"/>
            </a:xfrm>
            <a:custGeom>
              <a:avLst/>
              <a:gdLst/>
              <a:ahLst/>
              <a:cxnLst/>
              <a:rect r="r" b="b" t="t" l="l"/>
              <a:pathLst>
                <a:path h="666597" w="1041405">
                  <a:moveTo>
                    <a:pt x="62655" y="0"/>
                  </a:moveTo>
                  <a:lnTo>
                    <a:pt x="978750" y="0"/>
                  </a:lnTo>
                  <a:cubicBezTo>
                    <a:pt x="995367" y="0"/>
                    <a:pt x="1011304" y="6601"/>
                    <a:pt x="1023054" y="18351"/>
                  </a:cubicBezTo>
                  <a:cubicBezTo>
                    <a:pt x="1034804" y="30101"/>
                    <a:pt x="1041405" y="46038"/>
                    <a:pt x="1041405" y="62655"/>
                  </a:cubicBezTo>
                  <a:lnTo>
                    <a:pt x="1041405" y="603942"/>
                  </a:lnTo>
                  <a:cubicBezTo>
                    <a:pt x="1041405" y="620560"/>
                    <a:pt x="1034804" y="636496"/>
                    <a:pt x="1023054" y="648246"/>
                  </a:cubicBezTo>
                  <a:cubicBezTo>
                    <a:pt x="1011304" y="659996"/>
                    <a:pt x="995367" y="666597"/>
                    <a:pt x="978750" y="666597"/>
                  </a:cubicBezTo>
                  <a:lnTo>
                    <a:pt x="62655" y="666597"/>
                  </a:lnTo>
                  <a:cubicBezTo>
                    <a:pt x="46038" y="666597"/>
                    <a:pt x="30101" y="659996"/>
                    <a:pt x="18351" y="648246"/>
                  </a:cubicBezTo>
                  <a:cubicBezTo>
                    <a:pt x="6601" y="636496"/>
                    <a:pt x="0" y="620560"/>
                    <a:pt x="0" y="603942"/>
                  </a:cubicBezTo>
                  <a:lnTo>
                    <a:pt x="0" y="62655"/>
                  </a:lnTo>
                  <a:cubicBezTo>
                    <a:pt x="0" y="46038"/>
                    <a:pt x="6601" y="30101"/>
                    <a:pt x="18351" y="18351"/>
                  </a:cubicBezTo>
                  <a:cubicBezTo>
                    <a:pt x="30101" y="6601"/>
                    <a:pt x="46038" y="0"/>
                    <a:pt x="6265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1041405" cy="73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10308" y="6367855"/>
            <a:ext cx="3954084" cy="2530986"/>
            <a:chOff x="0" y="0"/>
            <a:chExt cx="1041405" cy="66659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41405" cy="666597"/>
            </a:xfrm>
            <a:custGeom>
              <a:avLst/>
              <a:gdLst/>
              <a:ahLst/>
              <a:cxnLst/>
              <a:rect r="r" b="b" t="t" l="l"/>
              <a:pathLst>
                <a:path h="666597" w="1041405">
                  <a:moveTo>
                    <a:pt x="62655" y="0"/>
                  </a:moveTo>
                  <a:lnTo>
                    <a:pt x="978750" y="0"/>
                  </a:lnTo>
                  <a:cubicBezTo>
                    <a:pt x="995367" y="0"/>
                    <a:pt x="1011304" y="6601"/>
                    <a:pt x="1023054" y="18351"/>
                  </a:cubicBezTo>
                  <a:cubicBezTo>
                    <a:pt x="1034804" y="30101"/>
                    <a:pt x="1041405" y="46038"/>
                    <a:pt x="1041405" y="62655"/>
                  </a:cubicBezTo>
                  <a:lnTo>
                    <a:pt x="1041405" y="603942"/>
                  </a:lnTo>
                  <a:cubicBezTo>
                    <a:pt x="1041405" y="620560"/>
                    <a:pt x="1034804" y="636496"/>
                    <a:pt x="1023054" y="648246"/>
                  </a:cubicBezTo>
                  <a:cubicBezTo>
                    <a:pt x="1011304" y="659996"/>
                    <a:pt x="995367" y="666597"/>
                    <a:pt x="978750" y="666597"/>
                  </a:cubicBezTo>
                  <a:lnTo>
                    <a:pt x="62655" y="666597"/>
                  </a:lnTo>
                  <a:cubicBezTo>
                    <a:pt x="46038" y="666597"/>
                    <a:pt x="30101" y="659996"/>
                    <a:pt x="18351" y="648246"/>
                  </a:cubicBezTo>
                  <a:cubicBezTo>
                    <a:pt x="6601" y="636496"/>
                    <a:pt x="0" y="620560"/>
                    <a:pt x="0" y="603942"/>
                  </a:cubicBezTo>
                  <a:lnTo>
                    <a:pt x="0" y="62655"/>
                  </a:lnTo>
                  <a:cubicBezTo>
                    <a:pt x="0" y="46038"/>
                    <a:pt x="6601" y="30101"/>
                    <a:pt x="18351" y="18351"/>
                  </a:cubicBezTo>
                  <a:cubicBezTo>
                    <a:pt x="30101" y="6601"/>
                    <a:pt x="46038" y="0"/>
                    <a:pt x="6265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41405" cy="7332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-887707" y="1545521"/>
            <a:ext cx="3756803" cy="2281404"/>
          </a:xfrm>
          <a:custGeom>
            <a:avLst/>
            <a:gdLst/>
            <a:ahLst/>
            <a:cxnLst/>
            <a:rect r="r" b="b" t="t" l="l"/>
            <a:pathLst>
              <a:path h="2281404" w="3756803">
                <a:moveTo>
                  <a:pt x="0" y="0"/>
                </a:moveTo>
                <a:lnTo>
                  <a:pt x="3756803" y="0"/>
                </a:lnTo>
                <a:lnTo>
                  <a:pt x="3756803" y="2281404"/>
                </a:lnTo>
                <a:lnTo>
                  <a:pt x="0" y="22814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true" flipV="true" rot="0">
            <a:off x="15418904" y="6460075"/>
            <a:ext cx="3756803" cy="2281404"/>
          </a:xfrm>
          <a:custGeom>
            <a:avLst/>
            <a:gdLst/>
            <a:ahLst/>
            <a:cxnLst/>
            <a:rect r="r" b="b" t="t" l="l"/>
            <a:pathLst>
              <a:path h="2281404" w="3756803">
                <a:moveTo>
                  <a:pt x="3756803" y="2281404"/>
                </a:moveTo>
                <a:lnTo>
                  <a:pt x="0" y="2281404"/>
                </a:lnTo>
                <a:lnTo>
                  <a:pt x="0" y="0"/>
                </a:lnTo>
                <a:lnTo>
                  <a:pt x="3756803" y="0"/>
                </a:lnTo>
                <a:lnTo>
                  <a:pt x="3756803" y="2281404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6334198" y="6601799"/>
            <a:ext cx="1004679" cy="1173273"/>
          </a:xfrm>
          <a:custGeom>
            <a:avLst/>
            <a:gdLst/>
            <a:ahLst/>
            <a:cxnLst/>
            <a:rect r="r" b="b" t="t" l="l"/>
            <a:pathLst>
              <a:path h="1173273" w="1004679">
                <a:moveTo>
                  <a:pt x="0" y="0"/>
                </a:moveTo>
                <a:lnTo>
                  <a:pt x="1004679" y="0"/>
                </a:lnTo>
                <a:lnTo>
                  <a:pt x="1004679" y="1173273"/>
                </a:lnTo>
                <a:lnTo>
                  <a:pt x="0" y="11732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0871996" y="6592459"/>
            <a:ext cx="1158934" cy="1328911"/>
          </a:xfrm>
          <a:custGeom>
            <a:avLst/>
            <a:gdLst/>
            <a:ahLst/>
            <a:cxnLst/>
            <a:rect r="r" b="b" t="t" l="l"/>
            <a:pathLst>
              <a:path h="1328911" w="1158934">
                <a:moveTo>
                  <a:pt x="0" y="0"/>
                </a:moveTo>
                <a:lnTo>
                  <a:pt x="1158933" y="0"/>
                </a:lnTo>
                <a:lnTo>
                  <a:pt x="1158933" y="1328911"/>
                </a:lnTo>
                <a:lnTo>
                  <a:pt x="0" y="13289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4141782" y="3826925"/>
            <a:ext cx="1031035" cy="1178326"/>
          </a:xfrm>
          <a:custGeom>
            <a:avLst/>
            <a:gdLst/>
            <a:ahLst/>
            <a:cxnLst/>
            <a:rect r="r" b="b" t="t" l="l"/>
            <a:pathLst>
              <a:path h="1178326" w="1031035">
                <a:moveTo>
                  <a:pt x="0" y="0"/>
                </a:moveTo>
                <a:lnTo>
                  <a:pt x="1031036" y="0"/>
                </a:lnTo>
                <a:lnTo>
                  <a:pt x="1031036" y="1178326"/>
                </a:lnTo>
                <a:lnTo>
                  <a:pt x="0" y="117832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8657754" y="3764084"/>
            <a:ext cx="1067284" cy="1241167"/>
          </a:xfrm>
          <a:custGeom>
            <a:avLst/>
            <a:gdLst/>
            <a:ahLst/>
            <a:cxnLst/>
            <a:rect r="r" b="b" t="t" l="l"/>
            <a:pathLst>
              <a:path h="1241167" w="1067284">
                <a:moveTo>
                  <a:pt x="0" y="0"/>
                </a:moveTo>
                <a:lnTo>
                  <a:pt x="1067284" y="0"/>
                </a:lnTo>
                <a:lnTo>
                  <a:pt x="1067284" y="1241167"/>
                </a:lnTo>
                <a:lnTo>
                  <a:pt x="0" y="124116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3111767" y="3718993"/>
            <a:ext cx="1027437" cy="1286257"/>
          </a:xfrm>
          <a:custGeom>
            <a:avLst/>
            <a:gdLst/>
            <a:ahLst/>
            <a:cxnLst/>
            <a:rect r="r" b="b" t="t" l="l"/>
            <a:pathLst>
              <a:path h="1286257" w="1027437">
                <a:moveTo>
                  <a:pt x="0" y="0"/>
                </a:moveTo>
                <a:lnTo>
                  <a:pt x="1027437" y="0"/>
                </a:lnTo>
                <a:lnTo>
                  <a:pt x="1027437" y="1286258"/>
                </a:lnTo>
                <a:lnTo>
                  <a:pt x="0" y="12862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5923706" y="2477960"/>
            <a:ext cx="6440588" cy="56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999" i="true" spc="-159">
                <a:solidFill>
                  <a:srgbClr val="E4E2DD"/>
                </a:solidFill>
                <a:latin typeface="Heading Now 91-98 Italics"/>
                <a:ea typeface="Heading Now 91-98 Italics"/>
                <a:cs typeface="Heading Now 91-98 Italics"/>
                <a:sym typeface="Heading Now 91-98 Italics"/>
              </a:rPr>
              <a:t>MEMBER - 3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00196" y="5439930"/>
            <a:ext cx="3514208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Curated • Safe • Engaging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176091" y="5128780"/>
            <a:ext cx="29624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Kids Entertainment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386896" y="5439930"/>
            <a:ext cx="3514208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Use reusable movie card components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874380" y="5436882"/>
            <a:ext cx="3514208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Implemented platform integration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50275" y="5125733"/>
            <a:ext cx="29624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Movies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217381" y="7553152"/>
            <a:ext cx="3238313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Content Architecture : Implemented structured category organization 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655970" y="7688709"/>
            <a:ext cx="3590985" cy="937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02"/>
              </a:lnSpc>
              <a:spcBef>
                <a:spcPct val="0"/>
              </a:spcBef>
            </a:pPr>
            <a:r>
              <a:rPr lang="en-US" b="true" sz="1787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 Maintained premium aesthetic and cohesive design language across all content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662791" y="5043203"/>
            <a:ext cx="2962417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TV &amp; Drama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16137" y="6367855"/>
            <a:ext cx="5592229" cy="5592229"/>
          </a:xfrm>
          <a:custGeom>
            <a:avLst/>
            <a:gdLst/>
            <a:ahLst/>
            <a:cxnLst/>
            <a:rect r="r" b="b" t="t" l="l"/>
            <a:pathLst>
              <a:path h="5592229" w="5592229">
                <a:moveTo>
                  <a:pt x="0" y="0"/>
                </a:moveTo>
                <a:lnTo>
                  <a:pt x="5592228" y="0"/>
                </a:lnTo>
                <a:lnTo>
                  <a:pt x="5592228" y="5592229"/>
                </a:lnTo>
                <a:lnTo>
                  <a:pt x="0" y="559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81398" y="-1399946"/>
            <a:ext cx="5592229" cy="5592229"/>
          </a:xfrm>
          <a:custGeom>
            <a:avLst/>
            <a:gdLst/>
            <a:ahLst/>
            <a:cxnLst/>
            <a:rect r="r" b="b" t="t" l="l"/>
            <a:pathLst>
              <a:path h="5592229" w="5592229">
                <a:moveTo>
                  <a:pt x="0" y="0"/>
                </a:moveTo>
                <a:lnTo>
                  <a:pt x="5592228" y="0"/>
                </a:lnTo>
                <a:lnTo>
                  <a:pt x="5592228" y="5592229"/>
                </a:lnTo>
                <a:lnTo>
                  <a:pt x="0" y="559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0697" y="8442428"/>
            <a:ext cx="19009394" cy="4277114"/>
          </a:xfrm>
          <a:custGeom>
            <a:avLst/>
            <a:gdLst/>
            <a:ahLst/>
            <a:cxnLst/>
            <a:rect r="r" b="b" t="t" l="l"/>
            <a:pathLst>
              <a:path h="4277114" w="19009394">
                <a:moveTo>
                  <a:pt x="0" y="0"/>
                </a:moveTo>
                <a:lnTo>
                  <a:pt x="19009394" y="0"/>
                </a:lnTo>
                <a:lnTo>
                  <a:pt x="19009394" y="4277113"/>
                </a:lnTo>
                <a:lnTo>
                  <a:pt x="0" y="42771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08684" y="575553"/>
            <a:ext cx="16870632" cy="7407131"/>
            <a:chOff x="0" y="0"/>
            <a:chExt cx="4443294" cy="1950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3294" cy="1950849"/>
            </a:xfrm>
            <a:custGeom>
              <a:avLst/>
              <a:gdLst/>
              <a:ahLst/>
              <a:cxnLst/>
              <a:rect r="r" b="b" t="t" l="l"/>
              <a:pathLst>
                <a:path h="1950849" w="4443294">
                  <a:moveTo>
                    <a:pt x="14685" y="0"/>
                  </a:moveTo>
                  <a:lnTo>
                    <a:pt x="4428610" y="0"/>
                  </a:lnTo>
                  <a:cubicBezTo>
                    <a:pt x="4432504" y="0"/>
                    <a:pt x="4436239" y="1547"/>
                    <a:pt x="4438993" y="4301"/>
                  </a:cubicBezTo>
                  <a:cubicBezTo>
                    <a:pt x="4441747" y="7055"/>
                    <a:pt x="4443294" y="10790"/>
                    <a:pt x="4443294" y="14685"/>
                  </a:cubicBezTo>
                  <a:lnTo>
                    <a:pt x="4443294" y="1936165"/>
                  </a:lnTo>
                  <a:cubicBezTo>
                    <a:pt x="4443294" y="1940059"/>
                    <a:pt x="4441747" y="1943794"/>
                    <a:pt x="4438993" y="1946548"/>
                  </a:cubicBezTo>
                  <a:cubicBezTo>
                    <a:pt x="4436239" y="1949302"/>
                    <a:pt x="4432504" y="1950849"/>
                    <a:pt x="4428610" y="1950849"/>
                  </a:cubicBezTo>
                  <a:lnTo>
                    <a:pt x="14685" y="1950849"/>
                  </a:lnTo>
                  <a:cubicBezTo>
                    <a:pt x="10790" y="1950849"/>
                    <a:pt x="7055" y="1949302"/>
                    <a:pt x="4301" y="1946548"/>
                  </a:cubicBezTo>
                  <a:cubicBezTo>
                    <a:pt x="1547" y="1943794"/>
                    <a:pt x="0" y="1940059"/>
                    <a:pt x="0" y="1936165"/>
                  </a:cubicBezTo>
                  <a:lnTo>
                    <a:pt x="0" y="14685"/>
                  </a:lnTo>
                  <a:cubicBezTo>
                    <a:pt x="0" y="10790"/>
                    <a:pt x="1547" y="7055"/>
                    <a:pt x="4301" y="4301"/>
                  </a:cubicBezTo>
                  <a:cubicBezTo>
                    <a:pt x="7055" y="1547"/>
                    <a:pt x="10790" y="0"/>
                    <a:pt x="1468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443294" cy="2017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8695401" y="1848733"/>
            <a:ext cx="8379095" cy="5619470"/>
            <a:chOff x="0" y="0"/>
            <a:chExt cx="1069213" cy="7170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69213" cy="717072"/>
            </a:xfrm>
            <a:custGeom>
              <a:avLst/>
              <a:gdLst/>
              <a:ahLst/>
              <a:cxnLst/>
              <a:rect r="r" b="b" t="t" l="l"/>
              <a:pathLst>
                <a:path h="717072" w="1069213">
                  <a:moveTo>
                    <a:pt x="46198" y="0"/>
                  </a:moveTo>
                  <a:lnTo>
                    <a:pt x="1023015" y="0"/>
                  </a:lnTo>
                  <a:cubicBezTo>
                    <a:pt x="1035268" y="0"/>
                    <a:pt x="1047018" y="4867"/>
                    <a:pt x="1055682" y="13531"/>
                  </a:cubicBezTo>
                  <a:cubicBezTo>
                    <a:pt x="1064346" y="22195"/>
                    <a:pt x="1069213" y="33945"/>
                    <a:pt x="1069213" y="46198"/>
                  </a:cubicBezTo>
                  <a:lnTo>
                    <a:pt x="1069213" y="670874"/>
                  </a:lnTo>
                  <a:cubicBezTo>
                    <a:pt x="1069213" y="683126"/>
                    <a:pt x="1064346" y="694877"/>
                    <a:pt x="1055682" y="703541"/>
                  </a:cubicBezTo>
                  <a:cubicBezTo>
                    <a:pt x="1047018" y="712204"/>
                    <a:pt x="1035268" y="717072"/>
                    <a:pt x="1023015" y="717072"/>
                  </a:cubicBezTo>
                  <a:lnTo>
                    <a:pt x="46198" y="717072"/>
                  </a:lnTo>
                  <a:cubicBezTo>
                    <a:pt x="33945" y="717072"/>
                    <a:pt x="22195" y="712204"/>
                    <a:pt x="13531" y="703541"/>
                  </a:cubicBezTo>
                  <a:cubicBezTo>
                    <a:pt x="4867" y="694877"/>
                    <a:pt x="0" y="683126"/>
                    <a:pt x="0" y="670874"/>
                  </a:cubicBezTo>
                  <a:lnTo>
                    <a:pt x="0" y="46198"/>
                  </a:lnTo>
                  <a:cubicBezTo>
                    <a:pt x="0" y="33945"/>
                    <a:pt x="4867" y="22195"/>
                    <a:pt x="13531" y="13531"/>
                  </a:cubicBezTo>
                  <a:cubicBezTo>
                    <a:pt x="22195" y="4867"/>
                    <a:pt x="33945" y="0"/>
                    <a:pt x="46198" y="0"/>
                  </a:cubicBezTo>
                  <a:close/>
                </a:path>
              </a:pathLst>
            </a:custGeom>
            <a:blipFill>
              <a:blip r:embed="rId5"/>
              <a:stretch>
                <a:fillRect l="-299" t="0" r="-299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79977" y="2421110"/>
            <a:ext cx="7414916" cy="56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999" i="true" spc="-159">
                <a:solidFill>
                  <a:srgbClr val="E4E2DD"/>
                </a:solidFill>
                <a:latin typeface="Heading Now 91-98 Italics"/>
                <a:ea typeface="Heading Now 91-98 Italics"/>
                <a:cs typeface="Heading Now 91-98 Italics"/>
                <a:sym typeface="Heading Now 91-98 Italics"/>
              </a:rPr>
              <a:t>CONCLUSION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-887707" y="1545521"/>
            <a:ext cx="3756803" cy="2281404"/>
          </a:xfrm>
          <a:custGeom>
            <a:avLst/>
            <a:gdLst/>
            <a:ahLst/>
            <a:cxnLst/>
            <a:rect r="r" b="b" t="t" l="l"/>
            <a:pathLst>
              <a:path h="2281404" w="3756803">
                <a:moveTo>
                  <a:pt x="0" y="0"/>
                </a:moveTo>
                <a:lnTo>
                  <a:pt x="3756803" y="0"/>
                </a:lnTo>
                <a:lnTo>
                  <a:pt x="3756803" y="2281404"/>
                </a:lnTo>
                <a:lnTo>
                  <a:pt x="0" y="22814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true" flipV="true" rot="0">
            <a:off x="15418904" y="6460075"/>
            <a:ext cx="3756803" cy="2281404"/>
          </a:xfrm>
          <a:custGeom>
            <a:avLst/>
            <a:gdLst/>
            <a:ahLst/>
            <a:cxnLst/>
            <a:rect r="r" b="b" t="t" l="l"/>
            <a:pathLst>
              <a:path h="2281404" w="3756803">
                <a:moveTo>
                  <a:pt x="3756803" y="2281404"/>
                </a:moveTo>
                <a:lnTo>
                  <a:pt x="0" y="2281404"/>
                </a:lnTo>
                <a:lnTo>
                  <a:pt x="0" y="0"/>
                </a:lnTo>
                <a:lnTo>
                  <a:pt x="3756803" y="0"/>
                </a:lnTo>
                <a:lnTo>
                  <a:pt x="3756803" y="2281404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74065" y="3408789"/>
            <a:ext cx="7521336" cy="3440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6851" indent="-213426" lvl="1">
              <a:lnSpc>
                <a:spcPts val="2767"/>
              </a:lnSpc>
              <a:buFont typeface="Arial"/>
              <a:buChar char="•"/>
            </a:pPr>
            <a:r>
              <a:rPr lang="en-US" sz="1977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Personalized Discovery — Delivers intelligent and tailored content exploration.</a:t>
            </a:r>
          </a:p>
          <a:p>
            <a:pPr algn="l" marL="426851" indent="-213426" lvl="1">
              <a:lnSpc>
                <a:spcPts val="2767"/>
              </a:lnSpc>
              <a:buFont typeface="Arial"/>
              <a:buChar char="•"/>
            </a:pPr>
            <a:r>
              <a:rPr lang="en-US" sz="1977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Premium User Experience: Visually sophisticated interface featuring dark theme with refined golden accents</a:t>
            </a:r>
          </a:p>
          <a:p>
            <a:pPr algn="l" marL="426851" indent="-213426" lvl="1">
              <a:lnSpc>
                <a:spcPts val="2767"/>
              </a:lnSpc>
              <a:buFont typeface="Arial"/>
              <a:buChar char="•"/>
            </a:pPr>
            <a:r>
              <a:rPr lang="en-US" sz="1977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Technical Independence: Self-contained local data architecture minimizing external API dependencies and improving system reliability</a:t>
            </a:r>
          </a:p>
          <a:p>
            <a:pPr algn="l" marL="426851" indent="-213426" lvl="1">
              <a:lnSpc>
                <a:spcPts val="2767"/>
              </a:lnSpc>
              <a:spcBef>
                <a:spcPct val="0"/>
              </a:spcBef>
              <a:buFont typeface="Arial"/>
              <a:buChar char="•"/>
            </a:pPr>
            <a:r>
              <a:rPr lang="en-US" sz="1977">
                <a:solidFill>
                  <a:srgbClr val="E4E2DD"/>
                </a:solidFill>
                <a:latin typeface="DM Sans"/>
                <a:ea typeface="DM Sans"/>
                <a:cs typeface="DM Sans"/>
                <a:sym typeface="DM Sans"/>
              </a:rPr>
              <a:t>Scalable Architecture: Modular component design and robust state management infrastructure enabling seamless future feature expansion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F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96114" y="-2602244"/>
            <a:ext cx="5592229" cy="5592229"/>
          </a:xfrm>
          <a:custGeom>
            <a:avLst/>
            <a:gdLst/>
            <a:ahLst/>
            <a:cxnLst/>
            <a:rect r="r" b="b" t="t" l="l"/>
            <a:pathLst>
              <a:path h="5592229" w="5592229">
                <a:moveTo>
                  <a:pt x="0" y="0"/>
                </a:moveTo>
                <a:lnTo>
                  <a:pt x="5592228" y="0"/>
                </a:lnTo>
                <a:lnTo>
                  <a:pt x="5592228" y="5592229"/>
                </a:lnTo>
                <a:lnTo>
                  <a:pt x="0" y="559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21914" y="2989985"/>
            <a:ext cx="5592229" cy="5592229"/>
          </a:xfrm>
          <a:custGeom>
            <a:avLst/>
            <a:gdLst/>
            <a:ahLst/>
            <a:cxnLst/>
            <a:rect r="r" b="b" t="t" l="l"/>
            <a:pathLst>
              <a:path h="5592229" w="5592229">
                <a:moveTo>
                  <a:pt x="0" y="0"/>
                </a:moveTo>
                <a:lnTo>
                  <a:pt x="5592228" y="0"/>
                </a:lnTo>
                <a:lnTo>
                  <a:pt x="5592228" y="5592229"/>
                </a:lnTo>
                <a:lnTo>
                  <a:pt x="0" y="55922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60697" y="8442428"/>
            <a:ext cx="19009394" cy="4277114"/>
          </a:xfrm>
          <a:custGeom>
            <a:avLst/>
            <a:gdLst/>
            <a:ahLst/>
            <a:cxnLst/>
            <a:rect r="r" b="b" t="t" l="l"/>
            <a:pathLst>
              <a:path h="4277114" w="19009394">
                <a:moveTo>
                  <a:pt x="0" y="0"/>
                </a:moveTo>
                <a:lnTo>
                  <a:pt x="19009394" y="0"/>
                </a:lnTo>
                <a:lnTo>
                  <a:pt x="19009394" y="4277113"/>
                </a:lnTo>
                <a:lnTo>
                  <a:pt x="0" y="42771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80000"/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708684" y="575553"/>
            <a:ext cx="16870632" cy="7407131"/>
            <a:chOff x="0" y="0"/>
            <a:chExt cx="4443294" cy="195084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443294" cy="1950849"/>
            </a:xfrm>
            <a:custGeom>
              <a:avLst/>
              <a:gdLst/>
              <a:ahLst/>
              <a:cxnLst/>
              <a:rect r="r" b="b" t="t" l="l"/>
              <a:pathLst>
                <a:path h="1950849" w="4443294">
                  <a:moveTo>
                    <a:pt x="14685" y="0"/>
                  </a:moveTo>
                  <a:lnTo>
                    <a:pt x="4428610" y="0"/>
                  </a:lnTo>
                  <a:cubicBezTo>
                    <a:pt x="4432504" y="0"/>
                    <a:pt x="4436239" y="1547"/>
                    <a:pt x="4438993" y="4301"/>
                  </a:cubicBezTo>
                  <a:cubicBezTo>
                    <a:pt x="4441747" y="7055"/>
                    <a:pt x="4443294" y="10790"/>
                    <a:pt x="4443294" y="14685"/>
                  </a:cubicBezTo>
                  <a:lnTo>
                    <a:pt x="4443294" y="1936165"/>
                  </a:lnTo>
                  <a:cubicBezTo>
                    <a:pt x="4443294" y="1940059"/>
                    <a:pt x="4441747" y="1943794"/>
                    <a:pt x="4438993" y="1946548"/>
                  </a:cubicBezTo>
                  <a:cubicBezTo>
                    <a:pt x="4436239" y="1949302"/>
                    <a:pt x="4432504" y="1950849"/>
                    <a:pt x="4428610" y="1950849"/>
                  </a:cubicBezTo>
                  <a:lnTo>
                    <a:pt x="14685" y="1950849"/>
                  </a:lnTo>
                  <a:cubicBezTo>
                    <a:pt x="10790" y="1950849"/>
                    <a:pt x="7055" y="1949302"/>
                    <a:pt x="4301" y="1946548"/>
                  </a:cubicBezTo>
                  <a:cubicBezTo>
                    <a:pt x="1547" y="1943794"/>
                    <a:pt x="0" y="1940059"/>
                    <a:pt x="0" y="1936165"/>
                  </a:cubicBezTo>
                  <a:lnTo>
                    <a:pt x="0" y="14685"/>
                  </a:lnTo>
                  <a:cubicBezTo>
                    <a:pt x="0" y="10790"/>
                    <a:pt x="1547" y="7055"/>
                    <a:pt x="4301" y="4301"/>
                  </a:cubicBezTo>
                  <a:cubicBezTo>
                    <a:pt x="7055" y="1547"/>
                    <a:pt x="10790" y="0"/>
                    <a:pt x="14685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4443294" cy="20175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47666" y="4966998"/>
            <a:ext cx="3032970" cy="2307542"/>
            <a:chOff x="0" y="0"/>
            <a:chExt cx="798807" cy="6077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98807" cy="607748"/>
            </a:xfrm>
            <a:custGeom>
              <a:avLst/>
              <a:gdLst/>
              <a:ahLst/>
              <a:cxnLst/>
              <a:rect r="r" b="b" t="t" l="l"/>
              <a:pathLst>
                <a:path h="607748" w="798807">
                  <a:moveTo>
                    <a:pt x="81683" y="0"/>
                  </a:moveTo>
                  <a:lnTo>
                    <a:pt x="717124" y="0"/>
                  </a:lnTo>
                  <a:cubicBezTo>
                    <a:pt x="762236" y="0"/>
                    <a:pt x="798807" y="36571"/>
                    <a:pt x="798807" y="81683"/>
                  </a:cubicBezTo>
                  <a:lnTo>
                    <a:pt x="798807" y="526065"/>
                  </a:lnTo>
                  <a:cubicBezTo>
                    <a:pt x="798807" y="547728"/>
                    <a:pt x="790201" y="568505"/>
                    <a:pt x="774883" y="583823"/>
                  </a:cubicBezTo>
                  <a:cubicBezTo>
                    <a:pt x="759564" y="599142"/>
                    <a:pt x="738788" y="607748"/>
                    <a:pt x="717124" y="607748"/>
                  </a:cubicBezTo>
                  <a:lnTo>
                    <a:pt x="81683" y="607748"/>
                  </a:lnTo>
                  <a:cubicBezTo>
                    <a:pt x="60019" y="607748"/>
                    <a:pt x="39243" y="599142"/>
                    <a:pt x="23924" y="583823"/>
                  </a:cubicBezTo>
                  <a:cubicBezTo>
                    <a:pt x="8606" y="568505"/>
                    <a:pt x="0" y="547728"/>
                    <a:pt x="0" y="526065"/>
                  </a:cubicBezTo>
                  <a:lnTo>
                    <a:pt x="0" y="81683"/>
                  </a:lnTo>
                  <a:cubicBezTo>
                    <a:pt x="0" y="60019"/>
                    <a:pt x="8606" y="39243"/>
                    <a:pt x="23924" y="23924"/>
                  </a:cubicBezTo>
                  <a:cubicBezTo>
                    <a:pt x="39243" y="8606"/>
                    <a:pt x="60019" y="0"/>
                    <a:pt x="81683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798807" cy="674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845332" y="4966998"/>
            <a:ext cx="3297666" cy="2307542"/>
            <a:chOff x="0" y="0"/>
            <a:chExt cx="868521" cy="60774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8521" cy="607748"/>
            </a:xfrm>
            <a:custGeom>
              <a:avLst/>
              <a:gdLst/>
              <a:ahLst/>
              <a:cxnLst/>
              <a:rect r="r" b="b" t="t" l="l"/>
              <a:pathLst>
                <a:path h="607748" w="868521">
                  <a:moveTo>
                    <a:pt x="75126" y="0"/>
                  </a:moveTo>
                  <a:lnTo>
                    <a:pt x="793395" y="0"/>
                  </a:lnTo>
                  <a:cubicBezTo>
                    <a:pt x="813319" y="0"/>
                    <a:pt x="832428" y="7915"/>
                    <a:pt x="846517" y="22004"/>
                  </a:cubicBezTo>
                  <a:cubicBezTo>
                    <a:pt x="860606" y="36093"/>
                    <a:pt x="868521" y="55202"/>
                    <a:pt x="868521" y="75126"/>
                  </a:cubicBezTo>
                  <a:lnTo>
                    <a:pt x="868521" y="532621"/>
                  </a:lnTo>
                  <a:cubicBezTo>
                    <a:pt x="868521" y="552546"/>
                    <a:pt x="860606" y="571655"/>
                    <a:pt x="846517" y="585744"/>
                  </a:cubicBezTo>
                  <a:cubicBezTo>
                    <a:pt x="832428" y="599833"/>
                    <a:pt x="813319" y="607748"/>
                    <a:pt x="793395" y="607748"/>
                  </a:cubicBezTo>
                  <a:lnTo>
                    <a:pt x="75126" y="607748"/>
                  </a:lnTo>
                  <a:cubicBezTo>
                    <a:pt x="33635" y="607748"/>
                    <a:pt x="0" y="574112"/>
                    <a:pt x="0" y="532621"/>
                  </a:cubicBezTo>
                  <a:lnTo>
                    <a:pt x="0" y="75126"/>
                  </a:lnTo>
                  <a:cubicBezTo>
                    <a:pt x="0" y="33635"/>
                    <a:pt x="33635" y="0"/>
                    <a:pt x="75126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868521" cy="674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09698" y="4966998"/>
            <a:ext cx="3032970" cy="2307542"/>
            <a:chOff x="0" y="0"/>
            <a:chExt cx="798807" cy="60774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98807" cy="607748"/>
            </a:xfrm>
            <a:custGeom>
              <a:avLst/>
              <a:gdLst/>
              <a:ahLst/>
              <a:cxnLst/>
              <a:rect r="r" b="b" t="t" l="l"/>
              <a:pathLst>
                <a:path h="607748" w="798807">
                  <a:moveTo>
                    <a:pt x="81683" y="0"/>
                  </a:moveTo>
                  <a:lnTo>
                    <a:pt x="717124" y="0"/>
                  </a:lnTo>
                  <a:cubicBezTo>
                    <a:pt x="762236" y="0"/>
                    <a:pt x="798807" y="36571"/>
                    <a:pt x="798807" y="81683"/>
                  </a:cubicBezTo>
                  <a:lnTo>
                    <a:pt x="798807" y="526065"/>
                  </a:lnTo>
                  <a:cubicBezTo>
                    <a:pt x="798807" y="547728"/>
                    <a:pt x="790201" y="568505"/>
                    <a:pt x="774883" y="583823"/>
                  </a:cubicBezTo>
                  <a:cubicBezTo>
                    <a:pt x="759564" y="599142"/>
                    <a:pt x="738788" y="607748"/>
                    <a:pt x="717124" y="607748"/>
                  </a:cubicBezTo>
                  <a:lnTo>
                    <a:pt x="81683" y="607748"/>
                  </a:lnTo>
                  <a:cubicBezTo>
                    <a:pt x="60019" y="607748"/>
                    <a:pt x="39243" y="599142"/>
                    <a:pt x="23924" y="583823"/>
                  </a:cubicBezTo>
                  <a:cubicBezTo>
                    <a:pt x="8606" y="568505"/>
                    <a:pt x="0" y="547728"/>
                    <a:pt x="0" y="526065"/>
                  </a:cubicBezTo>
                  <a:lnTo>
                    <a:pt x="0" y="81683"/>
                  </a:lnTo>
                  <a:cubicBezTo>
                    <a:pt x="0" y="60019"/>
                    <a:pt x="8606" y="39243"/>
                    <a:pt x="23924" y="23924"/>
                  </a:cubicBezTo>
                  <a:cubicBezTo>
                    <a:pt x="39243" y="8606"/>
                    <a:pt x="60019" y="0"/>
                    <a:pt x="81683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798807" cy="674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2707363" y="4966998"/>
            <a:ext cx="3032970" cy="2307542"/>
            <a:chOff x="0" y="0"/>
            <a:chExt cx="798807" cy="6077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98807" cy="607748"/>
            </a:xfrm>
            <a:custGeom>
              <a:avLst/>
              <a:gdLst/>
              <a:ahLst/>
              <a:cxnLst/>
              <a:rect r="r" b="b" t="t" l="l"/>
              <a:pathLst>
                <a:path h="607748" w="798807">
                  <a:moveTo>
                    <a:pt x="81683" y="0"/>
                  </a:moveTo>
                  <a:lnTo>
                    <a:pt x="717124" y="0"/>
                  </a:lnTo>
                  <a:cubicBezTo>
                    <a:pt x="762236" y="0"/>
                    <a:pt x="798807" y="36571"/>
                    <a:pt x="798807" y="81683"/>
                  </a:cubicBezTo>
                  <a:lnTo>
                    <a:pt x="798807" y="526065"/>
                  </a:lnTo>
                  <a:cubicBezTo>
                    <a:pt x="798807" y="547728"/>
                    <a:pt x="790201" y="568505"/>
                    <a:pt x="774883" y="583823"/>
                  </a:cubicBezTo>
                  <a:cubicBezTo>
                    <a:pt x="759564" y="599142"/>
                    <a:pt x="738788" y="607748"/>
                    <a:pt x="717124" y="607748"/>
                  </a:cubicBezTo>
                  <a:lnTo>
                    <a:pt x="81683" y="607748"/>
                  </a:lnTo>
                  <a:cubicBezTo>
                    <a:pt x="60019" y="607748"/>
                    <a:pt x="39243" y="599142"/>
                    <a:pt x="23924" y="583823"/>
                  </a:cubicBezTo>
                  <a:cubicBezTo>
                    <a:pt x="8606" y="568505"/>
                    <a:pt x="0" y="547728"/>
                    <a:pt x="0" y="526065"/>
                  </a:cubicBezTo>
                  <a:lnTo>
                    <a:pt x="0" y="81683"/>
                  </a:lnTo>
                  <a:cubicBezTo>
                    <a:pt x="0" y="60019"/>
                    <a:pt x="8606" y="39243"/>
                    <a:pt x="23924" y="23924"/>
                  </a:cubicBezTo>
                  <a:cubicBezTo>
                    <a:pt x="39243" y="8606"/>
                    <a:pt x="60019" y="0"/>
                    <a:pt x="81683" y="0"/>
                  </a:cubicBezTo>
                  <a:close/>
                </a:path>
              </a:pathLst>
            </a:custGeom>
            <a:ln w="28575" cap="rnd">
              <a:gradFill>
                <a:gsLst>
                  <a:gs pos="0">
                    <a:srgbClr val="47184B">
                      <a:alpha val="100000"/>
                    </a:srgbClr>
                  </a:gs>
                  <a:gs pos="100000">
                    <a:srgbClr val="C133CD">
                      <a:alpha val="100000"/>
                    </a:srgbClr>
                  </a:gs>
                </a:gsLst>
                <a:lin ang="5400000"/>
              </a:gra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66675"/>
              <a:ext cx="798807" cy="6744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3627859" y="5280694"/>
            <a:ext cx="872584" cy="872584"/>
            <a:chOff x="0" y="0"/>
            <a:chExt cx="229816" cy="22981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29816" cy="229816"/>
            </a:xfrm>
            <a:custGeom>
              <a:avLst/>
              <a:gdLst/>
              <a:ahLst/>
              <a:cxnLst/>
              <a:rect r="r" b="b" t="t" l="l"/>
              <a:pathLst>
                <a:path h="229816" w="229816">
                  <a:moveTo>
                    <a:pt x="114908" y="0"/>
                  </a:moveTo>
                  <a:lnTo>
                    <a:pt x="114908" y="0"/>
                  </a:lnTo>
                  <a:cubicBezTo>
                    <a:pt x="145384" y="0"/>
                    <a:pt x="174611" y="12106"/>
                    <a:pt x="196161" y="33656"/>
                  </a:cubicBezTo>
                  <a:cubicBezTo>
                    <a:pt x="217710" y="55205"/>
                    <a:pt x="229816" y="84433"/>
                    <a:pt x="229816" y="114908"/>
                  </a:cubicBezTo>
                  <a:lnTo>
                    <a:pt x="229816" y="114908"/>
                  </a:lnTo>
                  <a:cubicBezTo>
                    <a:pt x="229816" y="145384"/>
                    <a:pt x="217710" y="174611"/>
                    <a:pt x="196161" y="196161"/>
                  </a:cubicBezTo>
                  <a:cubicBezTo>
                    <a:pt x="174611" y="217710"/>
                    <a:pt x="145384" y="229816"/>
                    <a:pt x="114908" y="229816"/>
                  </a:cubicBezTo>
                  <a:lnTo>
                    <a:pt x="114908" y="229816"/>
                  </a:lnTo>
                  <a:cubicBezTo>
                    <a:pt x="84433" y="229816"/>
                    <a:pt x="55205" y="217710"/>
                    <a:pt x="33656" y="196161"/>
                  </a:cubicBezTo>
                  <a:cubicBezTo>
                    <a:pt x="12106" y="174611"/>
                    <a:pt x="0" y="145384"/>
                    <a:pt x="0" y="114908"/>
                  </a:cubicBezTo>
                  <a:lnTo>
                    <a:pt x="0" y="114908"/>
                  </a:lnTo>
                  <a:cubicBezTo>
                    <a:pt x="0" y="84433"/>
                    <a:pt x="12106" y="55205"/>
                    <a:pt x="33656" y="33656"/>
                  </a:cubicBezTo>
                  <a:cubicBezTo>
                    <a:pt x="55205" y="12106"/>
                    <a:pt x="84433" y="0"/>
                    <a:pt x="1149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7184B">
                    <a:alpha val="100000"/>
                  </a:srgbClr>
                </a:gs>
                <a:gs pos="100000">
                  <a:srgbClr val="C133C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229816" cy="296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23" id="23"/>
          <p:cNvSpPr/>
          <p:nvPr/>
        </p:nvSpPr>
        <p:spPr>
          <a:xfrm flipH="false" flipV="false" rot="0">
            <a:off x="-360697" y="7297015"/>
            <a:ext cx="1498730" cy="1371338"/>
          </a:xfrm>
          <a:custGeom>
            <a:avLst/>
            <a:gdLst/>
            <a:ahLst/>
            <a:cxnLst/>
            <a:rect r="r" b="b" t="t" l="l"/>
            <a:pathLst>
              <a:path h="1371338" w="1498730">
                <a:moveTo>
                  <a:pt x="0" y="0"/>
                </a:moveTo>
                <a:lnTo>
                  <a:pt x="1498729" y="0"/>
                </a:lnTo>
                <a:lnTo>
                  <a:pt x="1498729" y="1371338"/>
                </a:lnTo>
                <a:lnTo>
                  <a:pt x="0" y="13713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7057873" y="5280694"/>
            <a:ext cx="872584" cy="872584"/>
            <a:chOff x="0" y="0"/>
            <a:chExt cx="229816" cy="22981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9816" cy="229816"/>
            </a:xfrm>
            <a:custGeom>
              <a:avLst/>
              <a:gdLst/>
              <a:ahLst/>
              <a:cxnLst/>
              <a:rect r="r" b="b" t="t" l="l"/>
              <a:pathLst>
                <a:path h="229816" w="229816">
                  <a:moveTo>
                    <a:pt x="114908" y="0"/>
                  </a:moveTo>
                  <a:lnTo>
                    <a:pt x="114908" y="0"/>
                  </a:lnTo>
                  <a:cubicBezTo>
                    <a:pt x="145384" y="0"/>
                    <a:pt x="174611" y="12106"/>
                    <a:pt x="196161" y="33656"/>
                  </a:cubicBezTo>
                  <a:cubicBezTo>
                    <a:pt x="217710" y="55205"/>
                    <a:pt x="229816" y="84433"/>
                    <a:pt x="229816" y="114908"/>
                  </a:cubicBezTo>
                  <a:lnTo>
                    <a:pt x="229816" y="114908"/>
                  </a:lnTo>
                  <a:cubicBezTo>
                    <a:pt x="229816" y="145384"/>
                    <a:pt x="217710" y="174611"/>
                    <a:pt x="196161" y="196161"/>
                  </a:cubicBezTo>
                  <a:cubicBezTo>
                    <a:pt x="174611" y="217710"/>
                    <a:pt x="145384" y="229816"/>
                    <a:pt x="114908" y="229816"/>
                  </a:cubicBezTo>
                  <a:lnTo>
                    <a:pt x="114908" y="229816"/>
                  </a:lnTo>
                  <a:cubicBezTo>
                    <a:pt x="84433" y="229816"/>
                    <a:pt x="55205" y="217710"/>
                    <a:pt x="33656" y="196161"/>
                  </a:cubicBezTo>
                  <a:cubicBezTo>
                    <a:pt x="12106" y="174611"/>
                    <a:pt x="0" y="145384"/>
                    <a:pt x="0" y="114908"/>
                  </a:cubicBezTo>
                  <a:lnTo>
                    <a:pt x="0" y="114908"/>
                  </a:lnTo>
                  <a:cubicBezTo>
                    <a:pt x="0" y="84433"/>
                    <a:pt x="12106" y="55205"/>
                    <a:pt x="33656" y="33656"/>
                  </a:cubicBezTo>
                  <a:cubicBezTo>
                    <a:pt x="55205" y="12106"/>
                    <a:pt x="84433" y="0"/>
                    <a:pt x="1149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7184B">
                    <a:alpha val="100000"/>
                  </a:srgbClr>
                </a:gs>
                <a:gs pos="100000">
                  <a:srgbClr val="C133C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229816" cy="296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489891" y="5280694"/>
            <a:ext cx="872584" cy="872584"/>
            <a:chOff x="0" y="0"/>
            <a:chExt cx="229816" cy="2298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29816" cy="229816"/>
            </a:xfrm>
            <a:custGeom>
              <a:avLst/>
              <a:gdLst/>
              <a:ahLst/>
              <a:cxnLst/>
              <a:rect r="r" b="b" t="t" l="l"/>
              <a:pathLst>
                <a:path h="229816" w="229816">
                  <a:moveTo>
                    <a:pt x="114908" y="0"/>
                  </a:moveTo>
                  <a:lnTo>
                    <a:pt x="114908" y="0"/>
                  </a:lnTo>
                  <a:cubicBezTo>
                    <a:pt x="145384" y="0"/>
                    <a:pt x="174611" y="12106"/>
                    <a:pt x="196161" y="33656"/>
                  </a:cubicBezTo>
                  <a:cubicBezTo>
                    <a:pt x="217710" y="55205"/>
                    <a:pt x="229816" y="84433"/>
                    <a:pt x="229816" y="114908"/>
                  </a:cubicBezTo>
                  <a:lnTo>
                    <a:pt x="229816" y="114908"/>
                  </a:lnTo>
                  <a:cubicBezTo>
                    <a:pt x="229816" y="145384"/>
                    <a:pt x="217710" y="174611"/>
                    <a:pt x="196161" y="196161"/>
                  </a:cubicBezTo>
                  <a:cubicBezTo>
                    <a:pt x="174611" y="217710"/>
                    <a:pt x="145384" y="229816"/>
                    <a:pt x="114908" y="229816"/>
                  </a:cubicBezTo>
                  <a:lnTo>
                    <a:pt x="114908" y="229816"/>
                  </a:lnTo>
                  <a:cubicBezTo>
                    <a:pt x="84433" y="229816"/>
                    <a:pt x="55205" y="217710"/>
                    <a:pt x="33656" y="196161"/>
                  </a:cubicBezTo>
                  <a:cubicBezTo>
                    <a:pt x="12106" y="174611"/>
                    <a:pt x="0" y="145384"/>
                    <a:pt x="0" y="114908"/>
                  </a:cubicBezTo>
                  <a:lnTo>
                    <a:pt x="0" y="114908"/>
                  </a:lnTo>
                  <a:cubicBezTo>
                    <a:pt x="0" y="84433"/>
                    <a:pt x="12106" y="55205"/>
                    <a:pt x="33656" y="33656"/>
                  </a:cubicBezTo>
                  <a:cubicBezTo>
                    <a:pt x="55205" y="12106"/>
                    <a:pt x="84433" y="0"/>
                    <a:pt x="1149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7184B">
                    <a:alpha val="100000"/>
                  </a:srgbClr>
                </a:gs>
                <a:gs pos="100000">
                  <a:srgbClr val="C133C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229816" cy="296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87556" y="5280694"/>
            <a:ext cx="872584" cy="872584"/>
            <a:chOff x="0" y="0"/>
            <a:chExt cx="229816" cy="2298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9816" cy="229816"/>
            </a:xfrm>
            <a:custGeom>
              <a:avLst/>
              <a:gdLst/>
              <a:ahLst/>
              <a:cxnLst/>
              <a:rect r="r" b="b" t="t" l="l"/>
              <a:pathLst>
                <a:path h="229816" w="229816">
                  <a:moveTo>
                    <a:pt x="114908" y="0"/>
                  </a:moveTo>
                  <a:lnTo>
                    <a:pt x="114908" y="0"/>
                  </a:lnTo>
                  <a:cubicBezTo>
                    <a:pt x="145384" y="0"/>
                    <a:pt x="174611" y="12106"/>
                    <a:pt x="196161" y="33656"/>
                  </a:cubicBezTo>
                  <a:cubicBezTo>
                    <a:pt x="217710" y="55205"/>
                    <a:pt x="229816" y="84433"/>
                    <a:pt x="229816" y="114908"/>
                  </a:cubicBezTo>
                  <a:lnTo>
                    <a:pt x="229816" y="114908"/>
                  </a:lnTo>
                  <a:cubicBezTo>
                    <a:pt x="229816" y="145384"/>
                    <a:pt x="217710" y="174611"/>
                    <a:pt x="196161" y="196161"/>
                  </a:cubicBezTo>
                  <a:cubicBezTo>
                    <a:pt x="174611" y="217710"/>
                    <a:pt x="145384" y="229816"/>
                    <a:pt x="114908" y="229816"/>
                  </a:cubicBezTo>
                  <a:lnTo>
                    <a:pt x="114908" y="229816"/>
                  </a:lnTo>
                  <a:cubicBezTo>
                    <a:pt x="84433" y="229816"/>
                    <a:pt x="55205" y="217710"/>
                    <a:pt x="33656" y="196161"/>
                  </a:cubicBezTo>
                  <a:cubicBezTo>
                    <a:pt x="12106" y="174611"/>
                    <a:pt x="0" y="145384"/>
                    <a:pt x="0" y="114908"/>
                  </a:cubicBezTo>
                  <a:lnTo>
                    <a:pt x="0" y="114908"/>
                  </a:lnTo>
                  <a:cubicBezTo>
                    <a:pt x="0" y="84433"/>
                    <a:pt x="12106" y="55205"/>
                    <a:pt x="33656" y="33656"/>
                  </a:cubicBezTo>
                  <a:cubicBezTo>
                    <a:pt x="55205" y="12106"/>
                    <a:pt x="84433" y="0"/>
                    <a:pt x="114908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47184B">
                    <a:alpha val="100000"/>
                  </a:srgbClr>
                </a:gs>
                <a:gs pos="100000">
                  <a:srgbClr val="C133C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66675"/>
              <a:ext cx="229816" cy="2964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33" id="33"/>
          <p:cNvSpPr/>
          <p:nvPr/>
        </p:nvSpPr>
        <p:spPr>
          <a:xfrm flipH="true" flipV="false" rot="0">
            <a:off x="17149968" y="1618647"/>
            <a:ext cx="1498730" cy="1371338"/>
          </a:xfrm>
          <a:custGeom>
            <a:avLst/>
            <a:gdLst/>
            <a:ahLst/>
            <a:cxnLst/>
            <a:rect r="r" b="b" t="t" l="l"/>
            <a:pathLst>
              <a:path h="1371338" w="1498730">
                <a:moveTo>
                  <a:pt x="1498729" y="0"/>
                </a:moveTo>
                <a:lnTo>
                  <a:pt x="0" y="0"/>
                </a:lnTo>
                <a:lnTo>
                  <a:pt x="0" y="1371338"/>
                </a:lnTo>
                <a:lnTo>
                  <a:pt x="1498729" y="1371338"/>
                </a:lnTo>
                <a:lnTo>
                  <a:pt x="149872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5093583" y="1980624"/>
            <a:ext cx="7737792" cy="2624397"/>
          </a:xfrm>
          <a:custGeom>
            <a:avLst/>
            <a:gdLst/>
            <a:ahLst/>
            <a:cxnLst/>
            <a:rect r="r" b="b" t="t" l="l"/>
            <a:pathLst>
              <a:path h="2624397" w="7737792">
                <a:moveTo>
                  <a:pt x="0" y="0"/>
                </a:moveTo>
                <a:lnTo>
                  <a:pt x="7737793" y="0"/>
                </a:lnTo>
                <a:lnTo>
                  <a:pt x="7737793" y="2624397"/>
                </a:lnTo>
                <a:lnTo>
                  <a:pt x="0" y="26243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6696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3572649" y="1050322"/>
            <a:ext cx="10214907" cy="56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9"/>
              </a:lnSpc>
            </a:pPr>
            <a:r>
              <a:rPr lang="en-US" sz="3999" i="true" spc="-159">
                <a:solidFill>
                  <a:srgbClr val="E4E2DD"/>
                </a:solidFill>
                <a:latin typeface="Heading Now 91-98 Italics"/>
                <a:ea typeface="Heading Now 91-98 Italics"/>
                <a:cs typeface="Heading Now 91-98 Italics"/>
                <a:sym typeface="Heading Now 91-98 Italics"/>
              </a:rPr>
              <a:t>TECH - STACK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908702" y="6353785"/>
            <a:ext cx="231089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HTML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025850" y="6353785"/>
            <a:ext cx="2936629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CSS3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770734" y="6353785"/>
            <a:ext cx="231089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Javascript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956069" y="6353785"/>
            <a:ext cx="2535560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React.js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3780773" y="5482036"/>
            <a:ext cx="56675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10786" y="5482036"/>
            <a:ext cx="56675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642804" y="5482036"/>
            <a:ext cx="56675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3940470" y="5482036"/>
            <a:ext cx="566757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E4E2DD"/>
                </a:solidFill>
                <a:latin typeface="DM Sans Bold"/>
                <a:ea typeface="DM Sans Bold"/>
                <a:cs typeface="DM Sans Bold"/>
                <a:sym typeface="DM Sans Bold"/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66181" y="4017321"/>
            <a:ext cx="8355638" cy="2338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46"/>
              </a:lnSpc>
            </a:pPr>
            <a:r>
              <a:rPr lang="en-US" b="true" sz="9348" i="true" spc="-373">
                <a:solidFill>
                  <a:srgbClr val="E4E2DD"/>
                </a:solidFill>
                <a:latin typeface="Heading Now 91-98 Bold Italics"/>
                <a:ea typeface="Heading Now 91-98 Bold Italics"/>
                <a:cs typeface="Heading Now 91-98 Bold Italics"/>
                <a:sym typeface="Heading Now 91-98 Bold Italics"/>
              </a:rPr>
              <a:t>THANK YOU!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551771" y="7753261"/>
            <a:ext cx="5592229" cy="5592229"/>
          </a:xfrm>
          <a:custGeom>
            <a:avLst/>
            <a:gdLst/>
            <a:ahLst/>
            <a:cxnLst/>
            <a:rect r="r" b="b" t="t" l="l"/>
            <a:pathLst>
              <a:path h="5592229" w="5592229">
                <a:moveTo>
                  <a:pt x="0" y="0"/>
                </a:moveTo>
                <a:lnTo>
                  <a:pt x="5592229" y="0"/>
                </a:lnTo>
                <a:lnTo>
                  <a:pt x="5592229" y="5592229"/>
                </a:lnTo>
                <a:lnTo>
                  <a:pt x="0" y="55922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360697" y="7297015"/>
            <a:ext cx="1498730" cy="1371338"/>
          </a:xfrm>
          <a:custGeom>
            <a:avLst/>
            <a:gdLst/>
            <a:ahLst/>
            <a:cxnLst/>
            <a:rect r="r" b="b" t="t" l="l"/>
            <a:pathLst>
              <a:path h="1371338" w="1498730">
                <a:moveTo>
                  <a:pt x="0" y="0"/>
                </a:moveTo>
                <a:lnTo>
                  <a:pt x="1498729" y="0"/>
                </a:lnTo>
                <a:lnTo>
                  <a:pt x="1498729" y="1371338"/>
                </a:lnTo>
                <a:lnTo>
                  <a:pt x="0" y="13713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7149968" y="1618647"/>
            <a:ext cx="1498730" cy="1371338"/>
          </a:xfrm>
          <a:custGeom>
            <a:avLst/>
            <a:gdLst/>
            <a:ahLst/>
            <a:cxnLst/>
            <a:rect r="r" b="b" t="t" l="l"/>
            <a:pathLst>
              <a:path h="1371338" w="1498730">
                <a:moveTo>
                  <a:pt x="1498729" y="0"/>
                </a:moveTo>
                <a:lnTo>
                  <a:pt x="0" y="0"/>
                </a:lnTo>
                <a:lnTo>
                  <a:pt x="0" y="1371338"/>
                </a:lnTo>
                <a:lnTo>
                  <a:pt x="1498729" y="1371338"/>
                </a:lnTo>
                <a:lnTo>
                  <a:pt x="1498729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796114" y="-2602244"/>
            <a:ext cx="5592229" cy="5592229"/>
          </a:xfrm>
          <a:custGeom>
            <a:avLst/>
            <a:gdLst/>
            <a:ahLst/>
            <a:cxnLst/>
            <a:rect r="r" b="b" t="t" l="l"/>
            <a:pathLst>
              <a:path h="5592229" w="5592229">
                <a:moveTo>
                  <a:pt x="0" y="0"/>
                </a:moveTo>
                <a:lnTo>
                  <a:pt x="5592228" y="0"/>
                </a:lnTo>
                <a:lnTo>
                  <a:pt x="5592228" y="5592229"/>
                </a:lnTo>
                <a:lnTo>
                  <a:pt x="0" y="55922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21914" y="2989985"/>
            <a:ext cx="5592229" cy="5592229"/>
          </a:xfrm>
          <a:custGeom>
            <a:avLst/>
            <a:gdLst/>
            <a:ahLst/>
            <a:cxnLst/>
            <a:rect r="r" b="b" t="t" l="l"/>
            <a:pathLst>
              <a:path h="5592229" w="5592229">
                <a:moveTo>
                  <a:pt x="0" y="0"/>
                </a:moveTo>
                <a:lnTo>
                  <a:pt x="5592228" y="0"/>
                </a:lnTo>
                <a:lnTo>
                  <a:pt x="5592228" y="5592229"/>
                </a:lnTo>
                <a:lnTo>
                  <a:pt x="0" y="55922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DAHTJB_xgZk</dc:identifier>
  <dcterms:modified xsi:type="dcterms:W3CDTF">2011-08-01T06:04:30Z</dcterms:modified>
  <cp:revision>1</cp:revision>
  <dc:title>MOVIEVERSE</dc:title>
</cp:coreProperties>
</file>