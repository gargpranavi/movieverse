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761902"/>
          </a:xfrm>
          <a:custGeom>
            <a:avLst/>
            <a:gdLst/>
            <a:ahLst/>
            <a:cxnLst/>
            <a:rect r="r" b="b" t="t" l="l"/>
            <a:pathLst>
              <a:path h="10761902" w="18288000">
                <a:moveTo>
                  <a:pt x="0" y="0"/>
                </a:moveTo>
                <a:lnTo>
                  <a:pt x="18288000" y="0"/>
                </a:lnTo>
                <a:lnTo>
                  <a:pt x="18288000" y="10761902"/>
                </a:lnTo>
                <a:lnTo>
                  <a:pt x="0" y="107619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12" t="0" r="-6312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197" y="-451121"/>
            <a:ext cx="18237606" cy="10738121"/>
          </a:xfrm>
          <a:custGeom>
            <a:avLst/>
            <a:gdLst/>
            <a:ahLst/>
            <a:cxnLst/>
            <a:rect r="r" b="b" t="t" l="l"/>
            <a:pathLst>
              <a:path h="10738121" w="18237606">
                <a:moveTo>
                  <a:pt x="0" y="0"/>
                </a:moveTo>
                <a:lnTo>
                  <a:pt x="18237606" y="0"/>
                </a:lnTo>
                <a:lnTo>
                  <a:pt x="18237606" y="10738121"/>
                </a:lnTo>
                <a:lnTo>
                  <a:pt x="0" y="10738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00" t="0" r="-910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27" t="0" r="-3827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5487" y="-295254"/>
            <a:ext cx="18418973" cy="10897320"/>
          </a:xfrm>
          <a:custGeom>
            <a:avLst/>
            <a:gdLst/>
            <a:ahLst/>
            <a:cxnLst/>
            <a:rect r="r" b="b" t="t" l="l"/>
            <a:pathLst>
              <a:path h="10897320" w="18418973">
                <a:moveTo>
                  <a:pt x="0" y="0"/>
                </a:moveTo>
                <a:lnTo>
                  <a:pt x="18418974" y="0"/>
                </a:lnTo>
                <a:lnTo>
                  <a:pt x="18418974" y="10897320"/>
                </a:lnTo>
                <a:lnTo>
                  <a:pt x="0" y="10897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13" t="0" r="-6413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1227" y="0"/>
            <a:ext cx="18730454" cy="10287000"/>
          </a:xfrm>
          <a:custGeom>
            <a:avLst/>
            <a:gdLst/>
            <a:ahLst/>
            <a:cxnLst/>
            <a:rect r="r" b="b" t="t" l="l"/>
            <a:pathLst>
              <a:path h="10287000" w="18730454">
                <a:moveTo>
                  <a:pt x="0" y="0"/>
                </a:moveTo>
                <a:lnTo>
                  <a:pt x="18730454" y="0"/>
                </a:lnTo>
                <a:lnTo>
                  <a:pt x="1873045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8" t="0" r="-275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82988"/>
            <a:ext cx="18288000" cy="11317552"/>
          </a:xfrm>
          <a:custGeom>
            <a:avLst/>
            <a:gdLst/>
            <a:ahLst/>
            <a:cxnLst/>
            <a:rect r="r" b="b" t="t" l="l"/>
            <a:pathLst>
              <a:path h="11317552" w="18288000">
                <a:moveTo>
                  <a:pt x="0" y="0"/>
                </a:moveTo>
                <a:lnTo>
                  <a:pt x="18288000" y="0"/>
                </a:lnTo>
                <a:lnTo>
                  <a:pt x="18288000" y="11317552"/>
                </a:lnTo>
                <a:lnTo>
                  <a:pt x="0" y="11317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89" t="0" r="-8589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8411" y="0"/>
            <a:ext cx="19164822" cy="10364435"/>
          </a:xfrm>
          <a:custGeom>
            <a:avLst/>
            <a:gdLst/>
            <a:ahLst/>
            <a:cxnLst/>
            <a:rect r="r" b="b" t="t" l="l"/>
            <a:pathLst>
              <a:path h="10364435" w="19164822">
                <a:moveTo>
                  <a:pt x="0" y="0"/>
                </a:moveTo>
                <a:lnTo>
                  <a:pt x="19164822" y="0"/>
                </a:lnTo>
                <a:lnTo>
                  <a:pt x="19164822" y="10364435"/>
                </a:lnTo>
                <a:lnTo>
                  <a:pt x="0" y="103644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851" t="0" r="-15851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DAHTJFLgf84</dc:identifier>
  <dcterms:modified xsi:type="dcterms:W3CDTF">2011-08-01T06:04:30Z</dcterms:modified>
  <cp:revision>1</cp:revision>
</cp:coreProperties>
</file>